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1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81"/>
  </p:normalViewPr>
  <p:slideViewPr>
    <p:cSldViewPr snapToGrid="0" snapToObjects="1">
      <p:cViewPr varScale="1">
        <p:scale>
          <a:sx n="116" d="100"/>
          <a:sy n="116" d="100"/>
        </p:scale>
        <p:origin x="21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4.svg"/><Relationship Id="rId1" Type="http://schemas.openxmlformats.org/officeDocument/2006/relationships/image" Target="../media/image10.svg"/><Relationship Id="rId4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4.svg"/><Relationship Id="rId1" Type="http://schemas.openxmlformats.org/officeDocument/2006/relationships/image" Target="../media/image10.svg"/><Relationship Id="rId4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94D3714-D2D6-4B10-A7A9-45148E903C42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8835F8A3-2AFF-4786-8CD0-46F3503912CD}">
      <dgm:prSet/>
      <dgm:spPr/>
      <dgm:t>
        <a:bodyPr/>
        <a:lstStyle/>
        <a:p>
          <a:r>
            <a:rPr lang="en-US"/>
            <a:t>Hospital readmissions signal gaps in care and increase costs</a:t>
          </a:r>
        </a:p>
      </dgm:t>
    </dgm:pt>
    <dgm:pt modelId="{ECC9A67B-FE4D-4125-8034-FD34C0C3C333}" type="parTrans" cxnId="{CA8DA055-776A-4600-B03F-F27E0240807A}">
      <dgm:prSet/>
      <dgm:spPr/>
      <dgm:t>
        <a:bodyPr/>
        <a:lstStyle/>
        <a:p>
          <a:endParaRPr lang="en-US"/>
        </a:p>
      </dgm:t>
    </dgm:pt>
    <dgm:pt modelId="{F8A1B8B5-C1E4-4BC2-933F-08B6F187BC46}" type="sibTrans" cxnId="{CA8DA055-776A-4600-B03F-F27E0240807A}">
      <dgm:prSet/>
      <dgm:spPr/>
      <dgm:t>
        <a:bodyPr/>
        <a:lstStyle/>
        <a:p>
          <a:endParaRPr lang="en-US"/>
        </a:p>
      </dgm:t>
    </dgm:pt>
    <dgm:pt modelId="{BA7250BF-9A26-4220-B560-9227E11250C7}">
      <dgm:prSet/>
      <dgm:spPr/>
      <dgm:t>
        <a:bodyPr/>
        <a:lstStyle/>
        <a:p>
          <a:r>
            <a:rPr lang="en-US"/>
            <a:t>Early identification of high-risk patients is operationally critical</a:t>
          </a:r>
        </a:p>
      </dgm:t>
    </dgm:pt>
    <dgm:pt modelId="{EF96237D-7473-4D64-B850-75877084A360}" type="parTrans" cxnId="{C2E6255F-3D48-4075-9F29-4EDBD7F47054}">
      <dgm:prSet/>
      <dgm:spPr/>
      <dgm:t>
        <a:bodyPr/>
        <a:lstStyle/>
        <a:p>
          <a:endParaRPr lang="en-US"/>
        </a:p>
      </dgm:t>
    </dgm:pt>
    <dgm:pt modelId="{8CEB3E46-7BEE-4D06-8F52-9775AD8BEA3D}" type="sibTrans" cxnId="{C2E6255F-3D48-4075-9F29-4EDBD7F47054}">
      <dgm:prSet/>
      <dgm:spPr/>
      <dgm:t>
        <a:bodyPr/>
        <a:lstStyle/>
        <a:p>
          <a:endParaRPr lang="en-US"/>
        </a:p>
      </dgm:t>
    </dgm:pt>
    <dgm:pt modelId="{BCBF7004-6CDD-4D8F-A09B-AA773F0E7BB3}">
      <dgm:prSet/>
      <dgm:spPr/>
      <dgm:t>
        <a:bodyPr/>
        <a:lstStyle/>
        <a:p>
          <a:r>
            <a:rPr lang="en-US"/>
            <a:t>Machine learning enables consistent, data-driven risk prediction</a:t>
          </a:r>
        </a:p>
      </dgm:t>
    </dgm:pt>
    <dgm:pt modelId="{2FFCDF73-E3C3-44FE-85B6-8A3731C4C691}" type="parTrans" cxnId="{B3C7E4D2-08B0-4D49-A577-CD473400328E}">
      <dgm:prSet/>
      <dgm:spPr/>
      <dgm:t>
        <a:bodyPr/>
        <a:lstStyle/>
        <a:p>
          <a:endParaRPr lang="en-US"/>
        </a:p>
      </dgm:t>
    </dgm:pt>
    <dgm:pt modelId="{5D2E9BA9-6BD5-434D-8120-E141F1A95812}" type="sibTrans" cxnId="{B3C7E4D2-08B0-4D49-A577-CD473400328E}">
      <dgm:prSet/>
      <dgm:spPr/>
      <dgm:t>
        <a:bodyPr/>
        <a:lstStyle/>
        <a:p>
          <a:endParaRPr lang="en-US"/>
        </a:p>
      </dgm:t>
    </dgm:pt>
    <dgm:pt modelId="{7E8F94F9-8B72-2343-89BC-4BA402C840D8}" type="pres">
      <dgm:prSet presAssocID="{D94D3714-D2D6-4B10-A7A9-45148E903C42}" presName="linear" presStyleCnt="0">
        <dgm:presLayoutVars>
          <dgm:animLvl val="lvl"/>
          <dgm:resizeHandles val="exact"/>
        </dgm:presLayoutVars>
      </dgm:prSet>
      <dgm:spPr/>
    </dgm:pt>
    <dgm:pt modelId="{C617AF47-F93E-114E-A416-122F3A879F10}" type="pres">
      <dgm:prSet presAssocID="{8835F8A3-2AFF-4786-8CD0-46F3503912C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9A6434E-2735-0E4E-AA39-E3E65BD5A404}" type="pres">
      <dgm:prSet presAssocID="{F8A1B8B5-C1E4-4BC2-933F-08B6F187BC46}" presName="spacer" presStyleCnt="0"/>
      <dgm:spPr/>
    </dgm:pt>
    <dgm:pt modelId="{B0EBA540-F9B2-564B-A20E-0890F748DF2C}" type="pres">
      <dgm:prSet presAssocID="{BA7250BF-9A26-4220-B560-9227E11250C7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BA2540C-9E7B-154E-AB14-946A09EAECCD}" type="pres">
      <dgm:prSet presAssocID="{8CEB3E46-7BEE-4D06-8F52-9775AD8BEA3D}" presName="spacer" presStyleCnt="0"/>
      <dgm:spPr/>
    </dgm:pt>
    <dgm:pt modelId="{266FC851-99AA-B749-8A64-5C6C9650BFF6}" type="pres">
      <dgm:prSet presAssocID="{BCBF7004-6CDD-4D8F-A09B-AA773F0E7BB3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A8DA055-776A-4600-B03F-F27E0240807A}" srcId="{D94D3714-D2D6-4B10-A7A9-45148E903C42}" destId="{8835F8A3-2AFF-4786-8CD0-46F3503912CD}" srcOrd="0" destOrd="0" parTransId="{ECC9A67B-FE4D-4125-8034-FD34C0C3C333}" sibTransId="{F8A1B8B5-C1E4-4BC2-933F-08B6F187BC46}"/>
    <dgm:cxn modelId="{C2E6255F-3D48-4075-9F29-4EDBD7F47054}" srcId="{D94D3714-D2D6-4B10-A7A9-45148E903C42}" destId="{BA7250BF-9A26-4220-B560-9227E11250C7}" srcOrd="1" destOrd="0" parTransId="{EF96237D-7473-4D64-B850-75877084A360}" sibTransId="{8CEB3E46-7BEE-4D06-8F52-9775AD8BEA3D}"/>
    <dgm:cxn modelId="{34D97068-5951-F748-B2B1-13AF7E32DAAD}" type="presOf" srcId="{BA7250BF-9A26-4220-B560-9227E11250C7}" destId="{B0EBA540-F9B2-564B-A20E-0890F748DF2C}" srcOrd="0" destOrd="0" presId="urn:microsoft.com/office/officeart/2005/8/layout/vList2"/>
    <dgm:cxn modelId="{475C9079-E384-9747-8F7D-7DDAC6B53E9F}" type="presOf" srcId="{8835F8A3-2AFF-4786-8CD0-46F3503912CD}" destId="{C617AF47-F93E-114E-A416-122F3A879F10}" srcOrd="0" destOrd="0" presId="urn:microsoft.com/office/officeart/2005/8/layout/vList2"/>
    <dgm:cxn modelId="{A08FD68C-0087-A244-B264-57230A4AE30D}" type="presOf" srcId="{D94D3714-D2D6-4B10-A7A9-45148E903C42}" destId="{7E8F94F9-8B72-2343-89BC-4BA402C840D8}" srcOrd="0" destOrd="0" presId="urn:microsoft.com/office/officeart/2005/8/layout/vList2"/>
    <dgm:cxn modelId="{6217CDC8-0866-1446-A748-5CF71794A98C}" type="presOf" srcId="{BCBF7004-6CDD-4D8F-A09B-AA773F0E7BB3}" destId="{266FC851-99AA-B749-8A64-5C6C9650BFF6}" srcOrd="0" destOrd="0" presId="urn:microsoft.com/office/officeart/2005/8/layout/vList2"/>
    <dgm:cxn modelId="{B3C7E4D2-08B0-4D49-A577-CD473400328E}" srcId="{D94D3714-D2D6-4B10-A7A9-45148E903C42}" destId="{BCBF7004-6CDD-4D8F-A09B-AA773F0E7BB3}" srcOrd="2" destOrd="0" parTransId="{2FFCDF73-E3C3-44FE-85B6-8A3731C4C691}" sibTransId="{5D2E9BA9-6BD5-434D-8120-E141F1A95812}"/>
    <dgm:cxn modelId="{402C702B-AB60-7040-8F76-3A0664718C44}" type="presParOf" srcId="{7E8F94F9-8B72-2343-89BC-4BA402C840D8}" destId="{C617AF47-F93E-114E-A416-122F3A879F10}" srcOrd="0" destOrd="0" presId="urn:microsoft.com/office/officeart/2005/8/layout/vList2"/>
    <dgm:cxn modelId="{28BE3777-5C03-694C-8E2F-EA4077A7DCB5}" type="presParOf" srcId="{7E8F94F9-8B72-2343-89BC-4BA402C840D8}" destId="{99A6434E-2735-0E4E-AA39-E3E65BD5A404}" srcOrd="1" destOrd="0" presId="urn:microsoft.com/office/officeart/2005/8/layout/vList2"/>
    <dgm:cxn modelId="{978BE106-6EB8-204D-9CBE-E4FF0277FD5D}" type="presParOf" srcId="{7E8F94F9-8B72-2343-89BC-4BA402C840D8}" destId="{B0EBA540-F9B2-564B-A20E-0890F748DF2C}" srcOrd="2" destOrd="0" presId="urn:microsoft.com/office/officeart/2005/8/layout/vList2"/>
    <dgm:cxn modelId="{1D6B1247-60E3-F249-8F08-A810A431FED7}" type="presParOf" srcId="{7E8F94F9-8B72-2343-89BC-4BA402C840D8}" destId="{BBA2540C-9E7B-154E-AB14-946A09EAECCD}" srcOrd="3" destOrd="0" presId="urn:microsoft.com/office/officeart/2005/8/layout/vList2"/>
    <dgm:cxn modelId="{0B07EF4A-04EF-4843-B9B2-CFFDB236FE8D}" type="presParOf" srcId="{7E8F94F9-8B72-2343-89BC-4BA402C840D8}" destId="{266FC851-99AA-B749-8A64-5C6C9650BFF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052003-FCA5-4188-B35D-BB3C0EE4760A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DA5BF166-D155-46DA-8A0A-A57773F29FE4}">
      <dgm:prSet/>
      <dgm:spPr/>
      <dgm:t>
        <a:bodyPr/>
        <a:lstStyle/>
        <a:p>
          <a:r>
            <a:rPr lang="en-US"/>
            <a:t>Binary classification: readmitted within 30 days</a:t>
          </a:r>
        </a:p>
      </dgm:t>
    </dgm:pt>
    <dgm:pt modelId="{EA336779-3907-45F7-9465-844CC6F448B3}" type="parTrans" cxnId="{AC472145-A2CA-4338-9733-05200D789CE1}">
      <dgm:prSet/>
      <dgm:spPr/>
      <dgm:t>
        <a:bodyPr/>
        <a:lstStyle/>
        <a:p>
          <a:endParaRPr lang="en-US"/>
        </a:p>
      </dgm:t>
    </dgm:pt>
    <dgm:pt modelId="{E86EACD5-78F8-48FA-B9B9-5A55D6D43664}" type="sibTrans" cxnId="{AC472145-A2CA-4338-9733-05200D789CE1}">
      <dgm:prSet/>
      <dgm:spPr/>
      <dgm:t>
        <a:bodyPr/>
        <a:lstStyle/>
        <a:p>
          <a:endParaRPr lang="en-US"/>
        </a:p>
      </dgm:t>
    </dgm:pt>
    <dgm:pt modelId="{7DDBA0F9-816A-48CB-B129-5AAE57228A60}">
      <dgm:prSet/>
      <dgm:spPr/>
      <dgm:t>
        <a:bodyPr/>
        <a:lstStyle/>
        <a:p>
          <a:r>
            <a:rPr lang="en-US"/>
            <a:t>Severe class imbalance (~11% positive)</a:t>
          </a:r>
        </a:p>
      </dgm:t>
    </dgm:pt>
    <dgm:pt modelId="{29AEAA27-085E-4C3E-885A-96D150151B79}" type="parTrans" cxnId="{F4077F4B-580D-407D-A0E5-13958576E9C2}">
      <dgm:prSet/>
      <dgm:spPr/>
      <dgm:t>
        <a:bodyPr/>
        <a:lstStyle/>
        <a:p>
          <a:endParaRPr lang="en-US"/>
        </a:p>
      </dgm:t>
    </dgm:pt>
    <dgm:pt modelId="{A88D4374-2103-488B-96F3-A408CCAE39B6}" type="sibTrans" cxnId="{F4077F4B-580D-407D-A0E5-13958576E9C2}">
      <dgm:prSet/>
      <dgm:spPr/>
      <dgm:t>
        <a:bodyPr/>
        <a:lstStyle/>
        <a:p>
          <a:endParaRPr lang="en-US"/>
        </a:p>
      </dgm:t>
    </dgm:pt>
    <dgm:pt modelId="{7D85AAE8-F1BA-4BC7-A246-EDED0CC536B1}">
      <dgm:prSet/>
      <dgm:spPr/>
      <dgm:t>
        <a:bodyPr/>
        <a:lstStyle/>
        <a:p>
          <a:r>
            <a:rPr lang="en-US"/>
            <a:t>Focus on recall and ROC-AUC, not just accuracy</a:t>
          </a:r>
        </a:p>
      </dgm:t>
    </dgm:pt>
    <dgm:pt modelId="{6C1488CB-AC54-4789-B9CB-43C0BED4385C}" type="parTrans" cxnId="{C12FEAED-F65C-431E-B868-73C64B64C6C5}">
      <dgm:prSet/>
      <dgm:spPr/>
      <dgm:t>
        <a:bodyPr/>
        <a:lstStyle/>
        <a:p>
          <a:endParaRPr lang="en-US"/>
        </a:p>
      </dgm:t>
    </dgm:pt>
    <dgm:pt modelId="{16B8DEAA-8873-4877-B9FD-522E2754E6DA}" type="sibTrans" cxnId="{C12FEAED-F65C-431E-B868-73C64B64C6C5}">
      <dgm:prSet/>
      <dgm:spPr/>
      <dgm:t>
        <a:bodyPr/>
        <a:lstStyle/>
        <a:p>
          <a:endParaRPr lang="en-US"/>
        </a:p>
      </dgm:t>
    </dgm:pt>
    <dgm:pt modelId="{B2F1DE32-0838-4CAA-B4AE-C05F43ED3A24}">
      <dgm:prSet/>
      <dgm:spPr/>
      <dgm:t>
        <a:bodyPr/>
        <a:lstStyle/>
        <a:p>
          <a:r>
            <a:rPr lang="en-US"/>
            <a:t>Goal: identify patients for intervention</a:t>
          </a:r>
        </a:p>
      </dgm:t>
    </dgm:pt>
    <dgm:pt modelId="{E1ED2516-9139-42E3-A3D6-72B81A176867}" type="parTrans" cxnId="{CA01CB35-E779-4D1E-B4D8-369A20A9E2C3}">
      <dgm:prSet/>
      <dgm:spPr/>
      <dgm:t>
        <a:bodyPr/>
        <a:lstStyle/>
        <a:p>
          <a:endParaRPr lang="en-US"/>
        </a:p>
      </dgm:t>
    </dgm:pt>
    <dgm:pt modelId="{5858AF5C-5CAA-4975-AF9C-F9F7834B7ADF}" type="sibTrans" cxnId="{CA01CB35-E779-4D1E-B4D8-369A20A9E2C3}">
      <dgm:prSet/>
      <dgm:spPr/>
      <dgm:t>
        <a:bodyPr/>
        <a:lstStyle/>
        <a:p>
          <a:endParaRPr lang="en-US"/>
        </a:p>
      </dgm:t>
    </dgm:pt>
    <dgm:pt modelId="{5075C611-DEB4-45A2-AF1E-366F0E3DB846}" type="pres">
      <dgm:prSet presAssocID="{89052003-FCA5-4188-B35D-BB3C0EE4760A}" presName="root" presStyleCnt="0">
        <dgm:presLayoutVars>
          <dgm:dir/>
          <dgm:resizeHandles val="exact"/>
        </dgm:presLayoutVars>
      </dgm:prSet>
      <dgm:spPr/>
    </dgm:pt>
    <dgm:pt modelId="{4301CD69-B843-4517-BF7C-6B6D939602EE}" type="pres">
      <dgm:prSet presAssocID="{89052003-FCA5-4188-B35D-BB3C0EE4760A}" presName="container" presStyleCnt="0">
        <dgm:presLayoutVars>
          <dgm:dir/>
          <dgm:resizeHandles val="exact"/>
        </dgm:presLayoutVars>
      </dgm:prSet>
      <dgm:spPr/>
    </dgm:pt>
    <dgm:pt modelId="{754A77B4-F405-42B3-B68B-A099503B0150}" type="pres">
      <dgm:prSet presAssocID="{DA5BF166-D155-46DA-8A0A-A57773F29FE4}" presName="compNode" presStyleCnt="0"/>
      <dgm:spPr/>
    </dgm:pt>
    <dgm:pt modelId="{C8ED6879-E29C-41BD-B345-58BD483BB94D}" type="pres">
      <dgm:prSet presAssocID="{DA5BF166-D155-46DA-8A0A-A57773F29FE4}" presName="iconBgRect" presStyleLbl="bgShp" presStyleIdx="0" presStyleCnt="4"/>
      <dgm:spPr/>
    </dgm:pt>
    <dgm:pt modelId="{51335304-232C-4FF2-B044-1996B69AA2D2}" type="pres">
      <dgm:prSet presAssocID="{DA5BF166-D155-46DA-8A0A-A57773F29FE4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2ECFB387-E8F6-4741-BF74-6161FC7F7CB8}" type="pres">
      <dgm:prSet presAssocID="{DA5BF166-D155-46DA-8A0A-A57773F29FE4}" presName="spaceRect" presStyleCnt="0"/>
      <dgm:spPr/>
    </dgm:pt>
    <dgm:pt modelId="{C8B5E25B-C749-4952-BC45-3399A753E97B}" type="pres">
      <dgm:prSet presAssocID="{DA5BF166-D155-46DA-8A0A-A57773F29FE4}" presName="textRect" presStyleLbl="revTx" presStyleIdx="0" presStyleCnt="4">
        <dgm:presLayoutVars>
          <dgm:chMax val="1"/>
          <dgm:chPref val="1"/>
        </dgm:presLayoutVars>
      </dgm:prSet>
      <dgm:spPr/>
    </dgm:pt>
    <dgm:pt modelId="{DF2D2F4E-AE17-400E-A06F-FF790C848E92}" type="pres">
      <dgm:prSet presAssocID="{E86EACD5-78F8-48FA-B9B9-5A55D6D43664}" presName="sibTrans" presStyleLbl="sibTrans2D1" presStyleIdx="0" presStyleCnt="0"/>
      <dgm:spPr/>
    </dgm:pt>
    <dgm:pt modelId="{84AA4DE7-AB9F-46A1-9B00-61D0F279491C}" type="pres">
      <dgm:prSet presAssocID="{7DDBA0F9-816A-48CB-B129-5AAE57228A60}" presName="compNode" presStyleCnt="0"/>
      <dgm:spPr/>
    </dgm:pt>
    <dgm:pt modelId="{E9E18482-2087-469D-9931-733F08F19F16}" type="pres">
      <dgm:prSet presAssocID="{7DDBA0F9-816A-48CB-B129-5AAE57228A60}" presName="iconBgRect" presStyleLbl="bgShp" presStyleIdx="1" presStyleCnt="4"/>
      <dgm:spPr/>
    </dgm:pt>
    <dgm:pt modelId="{D8F8D08D-3C8F-41F0-A49E-73B8B8AF6EDA}" type="pres">
      <dgm:prSet presAssocID="{7DDBA0F9-816A-48CB-B129-5AAE57228A60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idney"/>
        </a:ext>
      </dgm:extLst>
    </dgm:pt>
    <dgm:pt modelId="{C30F9785-1E51-4E77-A7B8-7F6323E3E21A}" type="pres">
      <dgm:prSet presAssocID="{7DDBA0F9-816A-48CB-B129-5AAE57228A60}" presName="spaceRect" presStyleCnt="0"/>
      <dgm:spPr/>
    </dgm:pt>
    <dgm:pt modelId="{4211D941-473C-42AA-8E81-2D1F2750EEF1}" type="pres">
      <dgm:prSet presAssocID="{7DDBA0F9-816A-48CB-B129-5AAE57228A60}" presName="textRect" presStyleLbl="revTx" presStyleIdx="1" presStyleCnt="4">
        <dgm:presLayoutVars>
          <dgm:chMax val="1"/>
          <dgm:chPref val="1"/>
        </dgm:presLayoutVars>
      </dgm:prSet>
      <dgm:spPr/>
    </dgm:pt>
    <dgm:pt modelId="{C803D203-8A63-42F9-BEE0-2DE7B4E4473D}" type="pres">
      <dgm:prSet presAssocID="{A88D4374-2103-488B-96F3-A408CCAE39B6}" presName="sibTrans" presStyleLbl="sibTrans2D1" presStyleIdx="0" presStyleCnt="0"/>
      <dgm:spPr/>
    </dgm:pt>
    <dgm:pt modelId="{3F58007E-2D2A-4676-8F74-9109697CA444}" type="pres">
      <dgm:prSet presAssocID="{7D85AAE8-F1BA-4BC7-A246-EDED0CC536B1}" presName="compNode" presStyleCnt="0"/>
      <dgm:spPr/>
    </dgm:pt>
    <dgm:pt modelId="{7B0DF342-6551-4541-BDDA-D6759B2B8A03}" type="pres">
      <dgm:prSet presAssocID="{7D85AAE8-F1BA-4BC7-A246-EDED0CC536B1}" presName="iconBgRect" presStyleLbl="bgShp" presStyleIdx="2" presStyleCnt="4"/>
      <dgm:spPr/>
    </dgm:pt>
    <dgm:pt modelId="{EAB6238E-6327-4D86-AAB1-77EBB5005F4D}" type="pres">
      <dgm:prSet presAssocID="{7D85AAE8-F1BA-4BC7-A246-EDED0CC536B1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A16D569E-A48E-4760-B87B-3DCA38C8BE89}" type="pres">
      <dgm:prSet presAssocID="{7D85AAE8-F1BA-4BC7-A246-EDED0CC536B1}" presName="spaceRect" presStyleCnt="0"/>
      <dgm:spPr/>
    </dgm:pt>
    <dgm:pt modelId="{FF278026-788B-4BD3-B1BF-B1A6B81F1089}" type="pres">
      <dgm:prSet presAssocID="{7D85AAE8-F1BA-4BC7-A246-EDED0CC536B1}" presName="textRect" presStyleLbl="revTx" presStyleIdx="2" presStyleCnt="4">
        <dgm:presLayoutVars>
          <dgm:chMax val="1"/>
          <dgm:chPref val="1"/>
        </dgm:presLayoutVars>
      </dgm:prSet>
      <dgm:spPr/>
    </dgm:pt>
    <dgm:pt modelId="{0BFAEB24-E1E0-4DA3-98E5-FF8A0150011B}" type="pres">
      <dgm:prSet presAssocID="{16B8DEAA-8873-4877-B9FD-522E2754E6DA}" presName="sibTrans" presStyleLbl="sibTrans2D1" presStyleIdx="0" presStyleCnt="0"/>
      <dgm:spPr/>
    </dgm:pt>
    <dgm:pt modelId="{6783C634-D4DB-4FB1-98A3-75ABBD25E64F}" type="pres">
      <dgm:prSet presAssocID="{B2F1DE32-0838-4CAA-B4AE-C05F43ED3A24}" presName="compNode" presStyleCnt="0"/>
      <dgm:spPr/>
    </dgm:pt>
    <dgm:pt modelId="{B91B191B-8217-4EFA-84EC-71547573CE17}" type="pres">
      <dgm:prSet presAssocID="{B2F1DE32-0838-4CAA-B4AE-C05F43ED3A24}" presName="iconBgRect" presStyleLbl="bgShp" presStyleIdx="3" presStyleCnt="4"/>
      <dgm:spPr/>
    </dgm:pt>
    <dgm:pt modelId="{1474D88A-BA8A-4EC3-8670-00ECCF0FABB9}" type="pres">
      <dgm:prSet presAssocID="{B2F1DE32-0838-4CAA-B4AE-C05F43ED3A24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BDA3A25B-D60E-4B62-815D-0213CFFE98E2}" type="pres">
      <dgm:prSet presAssocID="{B2F1DE32-0838-4CAA-B4AE-C05F43ED3A24}" presName="spaceRect" presStyleCnt="0"/>
      <dgm:spPr/>
    </dgm:pt>
    <dgm:pt modelId="{67BC58AF-997C-48FD-8A42-18548D307806}" type="pres">
      <dgm:prSet presAssocID="{B2F1DE32-0838-4CAA-B4AE-C05F43ED3A2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CCDC2C04-2649-4AC4-80CB-70AAB866041A}" type="presOf" srcId="{B2F1DE32-0838-4CAA-B4AE-C05F43ED3A24}" destId="{67BC58AF-997C-48FD-8A42-18548D307806}" srcOrd="0" destOrd="0" presId="urn:microsoft.com/office/officeart/2018/2/layout/IconCircleList"/>
    <dgm:cxn modelId="{D4405C29-1792-48C5-B7C7-D4512EE7BE18}" type="presOf" srcId="{7DDBA0F9-816A-48CB-B129-5AAE57228A60}" destId="{4211D941-473C-42AA-8E81-2D1F2750EEF1}" srcOrd="0" destOrd="0" presId="urn:microsoft.com/office/officeart/2018/2/layout/IconCircleList"/>
    <dgm:cxn modelId="{CA01CB35-E779-4D1E-B4D8-369A20A9E2C3}" srcId="{89052003-FCA5-4188-B35D-BB3C0EE4760A}" destId="{B2F1DE32-0838-4CAA-B4AE-C05F43ED3A24}" srcOrd="3" destOrd="0" parTransId="{E1ED2516-9139-42E3-A3D6-72B81A176867}" sibTransId="{5858AF5C-5CAA-4975-AF9C-F9F7834B7ADF}"/>
    <dgm:cxn modelId="{AC472145-A2CA-4338-9733-05200D789CE1}" srcId="{89052003-FCA5-4188-B35D-BB3C0EE4760A}" destId="{DA5BF166-D155-46DA-8A0A-A57773F29FE4}" srcOrd="0" destOrd="0" parTransId="{EA336779-3907-45F7-9465-844CC6F448B3}" sibTransId="{E86EACD5-78F8-48FA-B9B9-5A55D6D43664}"/>
    <dgm:cxn modelId="{F4077F4B-580D-407D-A0E5-13958576E9C2}" srcId="{89052003-FCA5-4188-B35D-BB3C0EE4760A}" destId="{7DDBA0F9-816A-48CB-B129-5AAE57228A60}" srcOrd="1" destOrd="0" parTransId="{29AEAA27-085E-4C3E-885A-96D150151B79}" sibTransId="{A88D4374-2103-488B-96F3-A408CCAE39B6}"/>
    <dgm:cxn modelId="{1694DB6A-C0E1-48DF-9859-41C03276EFF6}" type="presOf" srcId="{16B8DEAA-8873-4877-B9FD-522E2754E6DA}" destId="{0BFAEB24-E1E0-4DA3-98E5-FF8A0150011B}" srcOrd="0" destOrd="0" presId="urn:microsoft.com/office/officeart/2018/2/layout/IconCircleList"/>
    <dgm:cxn modelId="{DE412383-69D2-45C3-BDF0-82657F3BD188}" type="presOf" srcId="{7D85AAE8-F1BA-4BC7-A246-EDED0CC536B1}" destId="{FF278026-788B-4BD3-B1BF-B1A6B81F1089}" srcOrd="0" destOrd="0" presId="urn:microsoft.com/office/officeart/2018/2/layout/IconCircleList"/>
    <dgm:cxn modelId="{41351389-EC26-4819-836C-95C7A27E9E94}" type="presOf" srcId="{E86EACD5-78F8-48FA-B9B9-5A55D6D43664}" destId="{DF2D2F4E-AE17-400E-A06F-FF790C848E92}" srcOrd="0" destOrd="0" presId="urn:microsoft.com/office/officeart/2018/2/layout/IconCircleList"/>
    <dgm:cxn modelId="{4CFE269F-3569-4A66-BB16-4E971CA0CC84}" type="presOf" srcId="{A88D4374-2103-488B-96F3-A408CCAE39B6}" destId="{C803D203-8A63-42F9-BEE0-2DE7B4E4473D}" srcOrd="0" destOrd="0" presId="urn:microsoft.com/office/officeart/2018/2/layout/IconCircleList"/>
    <dgm:cxn modelId="{1C9614A6-8D01-48F3-911E-0889FEE78789}" type="presOf" srcId="{89052003-FCA5-4188-B35D-BB3C0EE4760A}" destId="{5075C611-DEB4-45A2-AF1E-366F0E3DB846}" srcOrd="0" destOrd="0" presId="urn:microsoft.com/office/officeart/2018/2/layout/IconCircleList"/>
    <dgm:cxn modelId="{FD481EC1-9EE7-48E6-9897-147FF8C55199}" type="presOf" srcId="{DA5BF166-D155-46DA-8A0A-A57773F29FE4}" destId="{C8B5E25B-C749-4952-BC45-3399A753E97B}" srcOrd="0" destOrd="0" presId="urn:microsoft.com/office/officeart/2018/2/layout/IconCircleList"/>
    <dgm:cxn modelId="{C12FEAED-F65C-431E-B868-73C64B64C6C5}" srcId="{89052003-FCA5-4188-B35D-BB3C0EE4760A}" destId="{7D85AAE8-F1BA-4BC7-A246-EDED0CC536B1}" srcOrd="2" destOrd="0" parTransId="{6C1488CB-AC54-4789-B9CB-43C0BED4385C}" sibTransId="{16B8DEAA-8873-4877-B9FD-522E2754E6DA}"/>
    <dgm:cxn modelId="{66CAFD6C-F2E7-479B-8489-A905B75707F3}" type="presParOf" srcId="{5075C611-DEB4-45A2-AF1E-366F0E3DB846}" destId="{4301CD69-B843-4517-BF7C-6B6D939602EE}" srcOrd="0" destOrd="0" presId="urn:microsoft.com/office/officeart/2018/2/layout/IconCircleList"/>
    <dgm:cxn modelId="{116E4018-1541-44BE-8C83-351373E13D69}" type="presParOf" srcId="{4301CD69-B843-4517-BF7C-6B6D939602EE}" destId="{754A77B4-F405-42B3-B68B-A099503B0150}" srcOrd="0" destOrd="0" presId="urn:microsoft.com/office/officeart/2018/2/layout/IconCircleList"/>
    <dgm:cxn modelId="{4BDAB99E-625A-4A84-B33F-66379924C4EF}" type="presParOf" srcId="{754A77B4-F405-42B3-B68B-A099503B0150}" destId="{C8ED6879-E29C-41BD-B345-58BD483BB94D}" srcOrd="0" destOrd="0" presId="urn:microsoft.com/office/officeart/2018/2/layout/IconCircleList"/>
    <dgm:cxn modelId="{424CDAF1-5BBF-4054-B0D0-37C993E036CC}" type="presParOf" srcId="{754A77B4-F405-42B3-B68B-A099503B0150}" destId="{51335304-232C-4FF2-B044-1996B69AA2D2}" srcOrd="1" destOrd="0" presId="urn:microsoft.com/office/officeart/2018/2/layout/IconCircleList"/>
    <dgm:cxn modelId="{2422F626-8672-4E53-ACEE-0C7CB7186344}" type="presParOf" srcId="{754A77B4-F405-42B3-B68B-A099503B0150}" destId="{2ECFB387-E8F6-4741-BF74-6161FC7F7CB8}" srcOrd="2" destOrd="0" presId="urn:microsoft.com/office/officeart/2018/2/layout/IconCircleList"/>
    <dgm:cxn modelId="{123C0B3E-AD67-4173-944C-2E32BB1A3E88}" type="presParOf" srcId="{754A77B4-F405-42B3-B68B-A099503B0150}" destId="{C8B5E25B-C749-4952-BC45-3399A753E97B}" srcOrd="3" destOrd="0" presId="urn:microsoft.com/office/officeart/2018/2/layout/IconCircleList"/>
    <dgm:cxn modelId="{3EB3A490-F1BD-4323-9CBE-A85494F62EEF}" type="presParOf" srcId="{4301CD69-B843-4517-BF7C-6B6D939602EE}" destId="{DF2D2F4E-AE17-400E-A06F-FF790C848E92}" srcOrd="1" destOrd="0" presId="urn:microsoft.com/office/officeart/2018/2/layout/IconCircleList"/>
    <dgm:cxn modelId="{D608ED42-CC8D-4A5B-81DB-5851FD7ACD74}" type="presParOf" srcId="{4301CD69-B843-4517-BF7C-6B6D939602EE}" destId="{84AA4DE7-AB9F-46A1-9B00-61D0F279491C}" srcOrd="2" destOrd="0" presId="urn:microsoft.com/office/officeart/2018/2/layout/IconCircleList"/>
    <dgm:cxn modelId="{5A49CBAF-4EBE-4BBC-9504-7F459921A2E1}" type="presParOf" srcId="{84AA4DE7-AB9F-46A1-9B00-61D0F279491C}" destId="{E9E18482-2087-469D-9931-733F08F19F16}" srcOrd="0" destOrd="0" presId="urn:microsoft.com/office/officeart/2018/2/layout/IconCircleList"/>
    <dgm:cxn modelId="{E5FEF5B3-18D5-4D26-B92C-B64ED93F1060}" type="presParOf" srcId="{84AA4DE7-AB9F-46A1-9B00-61D0F279491C}" destId="{D8F8D08D-3C8F-41F0-A49E-73B8B8AF6EDA}" srcOrd="1" destOrd="0" presId="urn:microsoft.com/office/officeart/2018/2/layout/IconCircleList"/>
    <dgm:cxn modelId="{B7837AE1-6AD8-43DB-93D1-7FFACC1ED6A9}" type="presParOf" srcId="{84AA4DE7-AB9F-46A1-9B00-61D0F279491C}" destId="{C30F9785-1E51-4E77-A7B8-7F6323E3E21A}" srcOrd="2" destOrd="0" presId="urn:microsoft.com/office/officeart/2018/2/layout/IconCircleList"/>
    <dgm:cxn modelId="{C7000CED-3765-4F90-A56D-96E0335C17FE}" type="presParOf" srcId="{84AA4DE7-AB9F-46A1-9B00-61D0F279491C}" destId="{4211D941-473C-42AA-8E81-2D1F2750EEF1}" srcOrd="3" destOrd="0" presId="urn:microsoft.com/office/officeart/2018/2/layout/IconCircleList"/>
    <dgm:cxn modelId="{A1366C01-B75D-4C9F-A326-87920899C632}" type="presParOf" srcId="{4301CD69-B843-4517-BF7C-6B6D939602EE}" destId="{C803D203-8A63-42F9-BEE0-2DE7B4E4473D}" srcOrd="3" destOrd="0" presId="urn:microsoft.com/office/officeart/2018/2/layout/IconCircleList"/>
    <dgm:cxn modelId="{28306523-61C0-4AAB-9D57-A7DE817329FA}" type="presParOf" srcId="{4301CD69-B843-4517-BF7C-6B6D939602EE}" destId="{3F58007E-2D2A-4676-8F74-9109697CA444}" srcOrd="4" destOrd="0" presId="urn:microsoft.com/office/officeart/2018/2/layout/IconCircleList"/>
    <dgm:cxn modelId="{3204C2A4-6F70-487D-AE34-679098853EF7}" type="presParOf" srcId="{3F58007E-2D2A-4676-8F74-9109697CA444}" destId="{7B0DF342-6551-4541-BDDA-D6759B2B8A03}" srcOrd="0" destOrd="0" presId="urn:microsoft.com/office/officeart/2018/2/layout/IconCircleList"/>
    <dgm:cxn modelId="{FD0830FC-0066-4A07-8573-3C41D337FE6A}" type="presParOf" srcId="{3F58007E-2D2A-4676-8F74-9109697CA444}" destId="{EAB6238E-6327-4D86-AAB1-77EBB5005F4D}" srcOrd="1" destOrd="0" presId="urn:microsoft.com/office/officeart/2018/2/layout/IconCircleList"/>
    <dgm:cxn modelId="{1B63A932-F79A-4B52-B2EC-2232862B6E35}" type="presParOf" srcId="{3F58007E-2D2A-4676-8F74-9109697CA444}" destId="{A16D569E-A48E-4760-B87B-3DCA38C8BE89}" srcOrd="2" destOrd="0" presId="urn:microsoft.com/office/officeart/2018/2/layout/IconCircleList"/>
    <dgm:cxn modelId="{F7362F7E-EA05-40CA-9CCE-8A79E03265E6}" type="presParOf" srcId="{3F58007E-2D2A-4676-8F74-9109697CA444}" destId="{FF278026-788B-4BD3-B1BF-B1A6B81F1089}" srcOrd="3" destOrd="0" presId="urn:microsoft.com/office/officeart/2018/2/layout/IconCircleList"/>
    <dgm:cxn modelId="{AD6104F4-07BA-4261-9674-76B65B468CA1}" type="presParOf" srcId="{4301CD69-B843-4517-BF7C-6B6D939602EE}" destId="{0BFAEB24-E1E0-4DA3-98E5-FF8A0150011B}" srcOrd="5" destOrd="0" presId="urn:microsoft.com/office/officeart/2018/2/layout/IconCircleList"/>
    <dgm:cxn modelId="{40015DAC-38DC-4B0E-8C6A-4588359FBC80}" type="presParOf" srcId="{4301CD69-B843-4517-BF7C-6B6D939602EE}" destId="{6783C634-D4DB-4FB1-98A3-75ABBD25E64F}" srcOrd="6" destOrd="0" presId="urn:microsoft.com/office/officeart/2018/2/layout/IconCircleList"/>
    <dgm:cxn modelId="{2B881C7C-8FEF-4B03-AA3B-29FB4D8E0D9D}" type="presParOf" srcId="{6783C634-D4DB-4FB1-98A3-75ABBD25E64F}" destId="{B91B191B-8217-4EFA-84EC-71547573CE17}" srcOrd="0" destOrd="0" presId="urn:microsoft.com/office/officeart/2018/2/layout/IconCircleList"/>
    <dgm:cxn modelId="{ABFE97CE-ECC1-46EA-8F6F-DBA9D79AF4B0}" type="presParOf" srcId="{6783C634-D4DB-4FB1-98A3-75ABBD25E64F}" destId="{1474D88A-BA8A-4EC3-8670-00ECCF0FABB9}" srcOrd="1" destOrd="0" presId="urn:microsoft.com/office/officeart/2018/2/layout/IconCircleList"/>
    <dgm:cxn modelId="{FA3ADE35-704C-4F70-B413-760195C29C89}" type="presParOf" srcId="{6783C634-D4DB-4FB1-98A3-75ABBD25E64F}" destId="{BDA3A25B-D60E-4B62-815D-0213CFFE98E2}" srcOrd="2" destOrd="0" presId="urn:microsoft.com/office/officeart/2018/2/layout/IconCircleList"/>
    <dgm:cxn modelId="{55B035E0-5D94-4571-A12F-25C586874191}" type="presParOf" srcId="{6783C634-D4DB-4FB1-98A3-75ABBD25E64F}" destId="{67BC58AF-997C-48FD-8A42-18548D307806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457B91B-0F28-47EF-93E1-08A2631343F9}" type="doc">
      <dgm:prSet loTypeId="urn:microsoft.com/office/officeart/2005/8/layout/matrix3" loCatId="matrix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6B23824-A2BC-48D0-B24A-6DE4A85A3659}">
      <dgm:prSet/>
      <dgm:spPr/>
      <dgm:t>
        <a:bodyPr/>
        <a:lstStyle/>
        <a:p>
          <a:r>
            <a:rPr lang="en-US"/>
            <a:t>101,766 hospital encounters, 47 features</a:t>
          </a:r>
        </a:p>
      </dgm:t>
    </dgm:pt>
    <dgm:pt modelId="{CEE89D98-9453-4A06-A503-2221CC8E114D}" type="parTrans" cxnId="{D078D1F4-13D7-4B8B-BE2F-4B7C71418A81}">
      <dgm:prSet/>
      <dgm:spPr/>
      <dgm:t>
        <a:bodyPr/>
        <a:lstStyle/>
        <a:p>
          <a:endParaRPr lang="en-US"/>
        </a:p>
      </dgm:t>
    </dgm:pt>
    <dgm:pt modelId="{5122FDEC-651A-47B3-96E1-E13A5779FE69}" type="sibTrans" cxnId="{D078D1F4-13D7-4B8B-BE2F-4B7C71418A81}">
      <dgm:prSet/>
      <dgm:spPr/>
      <dgm:t>
        <a:bodyPr/>
        <a:lstStyle/>
        <a:p>
          <a:endParaRPr lang="en-US"/>
        </a:p>
      </dgm:t>
    </dgm:pt>
    <dgm:pt modelId="{CDE615F5-FC5F-4492-AE5B-1FBE1A755FCF}">
      <dgm:prSet/>
      <dgm:spPr/>
      <dgm:t>
        <a:bodyPr/>
        <a:lstStyle/>
        <a:p>
          <a:r>
            <a:rPr lang="en-US"/>
            <a:t>Demographics, diagnoses, utilization variables</a:t>
          </a:r>
        </a:p>
      </dgm:t>
    </dgm:pt>
    <dgm:pt modelId="{3DF65DEB-7C30-473C-A4A5-311EBE9685CF}" type="parTrans" cxnId="{06E42F4C-A6D6-4413-AF06-A34D2B378C80}">
      <dgm:prSet/>
      <dgm:spPr/>
      <dgm:t>
        <a:bodyPr/>
        <a:lstStyle/>
        <a:p>
          <a:endParaRPr lang="en-US"/>
        </a:p>
      </dgm:t>
    </dgm:pt>
    <dgm:pt modelId="{93B0A284-F283-492D-95C7-85F965289EE9}" type="sibTrans" cxnId="{06E42F4C-A6D6-4413-AF06-A34D2B378C80}">
      <dgm:prSet/>
      <dgm:spPr/>
      <dgm:t>
        <a:bodyPr/>
        <a:lstStyle/>
        <a:p>
          <a:endParaRPr lang="en-US"/>
        </a:p>
      </dgm:t>
    </dgm:pt>
    <dgm:pt modelId="{A52AFC93-37C4-4C7A-B453-1EC811492AD9}">
      <dgm:prSet/>
      <dgm:spPr/>
      <dgm:t>
        <a:bodyPr/>
        <a:lstStyle/>
        <a:p>
          <a:r>
            <a:rPr lang="en-US"/>
            <a:t>Structured healthcare dataset</a:t>
          </a:r>
        </a:p>
      </dgm:t>
    </dgm:pt>
    <dgm:pt modelId="{77A175D6-F002-4C4D-97F2-BDBD55E580FD}" type="parTrans" cxnId="{8F92D364-476F-42BC-969D-3FB6A25871D6}">
      <dgm:prSet/>
      <dgm:spPr/>
      <dgm:t>
        <a:bodyPr/>
        <a:lstStyle/>
        <a:p>
          <a:endParaRPr lang="en-US"/>
        </a:p>
      </dgm:t>
    </dgm:pt>
    <dgm:pt modelId="{756F687F-3A61-4D3A-BE06-DFFDACE096CA}" type="sibTrans" cxnId="{8F92D364-476F-42BC-969D-3FB6A25871D6}">
      <dgm:prSet/>
      <dgm:spPr/>
      <dgm:t>
        <a:bodyPr/>
        <a:lstStyle/>
        <a:p>
          <a:endParaRPr lang="en-US"/>
        </a:p>
      </dgm:t>
    </dgm:pt>
    <dgm:pt modelId="{B9977118-BE3E-450D-B10F-040F28E0AC61}">
      <dgm:prSet/>
      <dgm:spPr/>
      <dgm:t>
        <a:bodyPr/>
        <a:lstStyle/>
        <a:p>
          <a:r>
            <a:rPr lang="en-US"/>
            <a:t>Imbalanced outcome distribution</a:t>
          </a:r>
        </a:p>
      </dgm:t>
    </dgm:pt>
    <dgm:pt modelId="{312F6EFC-F0D7-40E8-9F98-456BEA16907A}" type="parTrans" cxnId="{A370E7E5-333E-4B96-A2DD-F15E5BC4BEA1}">
      <dgm:prSet/>
      <dgm:spPr/>
      <dgm:t>
        <a:bodyPr/>
        <a:lstStyle/>
        <a:p>
          <a:endParaRPr lang="en-US"/>
        </a:p>
      </dgm:t>
    </dgm:pt>
    <dgm:pt modelId="{95B97A63-59FD-44E4-A1BB-D83EEFB5AE00}" type="sibTrans" cxnId="{A370E7E5-333E-4B96-A2DD-F15E5BC4BEA1}">
      <dgm:prSet/>
      <dgm:spPr/>
      <dgm:t>
        <a:bodyPr/>
        <a:lstStyle/>
        <a:p>
          <a:endParaRPr lang="en-US"/>
        </a:p>
      </dgm:t>
    </dgm:pt>
    <dgm:pt modelId="{C7D6FC52-C885-DA46-B627-5FAEC016BCC8}" type="pres">
      <dgm:prSet presAssocID="{0457B91B-0F28-47EF-93E1-08A2631343F9}" presName="matrix" presStyleCnt="0">
        <dgm:presLayoutVars>
          <dgm:chMax val="1"/>
          <dgm:dir/>
          <dgm:resizeHandles val="exact"/>
        </dgm:presLayoutVars>
      </dgm:prSet>
      <dgm:spPr/>
    </dgm:pt>
    <dgm:pt modelId="{F9F18FB1-EB22-1849-A75F-F61FED2505A2}" type="pres">
      <dgm:prSet presAssocID="{0457B91B-0F28-47EF-93E1-08A2631343F9}" presName="diamond" presStyleLbl="bgShp" presStyleIdx="0" presStyleCnt="1"/>
      <dgm:spPr/>
    </dgm:pt>
    <dgm:pt modelId="{9BFDA573-4397-174C-B5E1-A290BE48DE06}" type="pres">
      <dgm:prSet presAssocID="{0457B91B-0F28-47EF-93E1-08A2631343F9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6BF01E6E-DA14-494F-B731-175E7027E89B}" type="pres">
      <dgm:prSet presAssocID="{0457B91B-0F28-47EF-93E1-08A2631343F9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51F93BEE-08CA-B446-B8F1-4C99BC9DCD6F}" type="pres">
      <dgm:prSet presAssocID="{0457B91B-0F28-47EF-93E1-08A2631343F9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4353582E-2D51-DD45-A3B7-05BFC8552C0A}" type="pres">
      <dgm:prSet presAssocID="{0457B91B-0F28-47EF-93E1-08A2631343F9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3955C938-A4C7-FD4F-9BAE-6D7886745A86}" type="presOf" srcId="{B9977118-BE3E-450D-B10F-040F28E0AC61}" destId="{4353582E-2D51-DD45-A3B7-05BFC8552C0A}" srcOrd="0" destOrd="0" presId="urn:microsoft.com/office/officeart/2005/8/layout/matrix3"/>
    <dgm:cxn modelId="{06E42F4C-A6D6-4413-AF06-A34D2B378C80}" srcId="{0457B91B-0F28-47EF-93E1-08A2631343F9}" destId="{CDE615F5-FC5F-4492-AE5B-1FBE1A755FCF}" srcOrd="1" destOrd="0" parTransId="{3DF65DEB-7C30-473C-A4A5-311EBE9685CF}" sibTransId="{93B0A284-F283-492D-95C7-85F965289EE9}"/>
    <dgm:cxn modelId="{8F92D364-476F-42BC-969D-3FB6A25871D6}" srcId="{0457B91B-0F28-47EF-93E1-08A2631343F9}" destId="{A52AFC93-37C4-4C7A-B453-1EC811492AD9}" srcOrd="2" destOrd="0" parTransId="{77A175D6-F002-4C4D-97F2-BDBD55E580FD}" sibTransId="{756F687F-3A61-4D3A-BE06-DFFDACE096CA}"/>
    <dgm:cxn modelId="{C858EA73-E696-D541-92BC-E7A7857BD707}" type="presOf" srcId="{D6B23824-A2BC-48D0-B24A-6DE4A85A3659}" destId="{9BFDA573-4397-174C-B5E1-A290BE48DE06}" srcOrd="0" destOrd="0" presId="urn:microsoft.com/office/officeart/2005/8/layout/matrix3"/>
    <dgm:cxn modelId="{B7FE70A3-1FF2-5B43-9D93-1D163C122303}" type="presOf" srcId="{A52AFC93-37C4-4C7A-B453-1EC811492AD9}" destId="{51F93BEE-08CA-B446-B8F1-4C99BC9DCD6F}" srcOrd="0" destOrd="0" presId="urn:microsoft.com/office/officeart/2005/8/layout/matrix3"/>
    <dgm:cxn modelId="{DD3DECAF-EDC1-1143-A762-702DA2459E1E}" type="presOf" srcId="{0457B91B-0F28-47EF-93E1-08A2631343F9}" destId="{C7D6FC52-C885-DA46-B627-5FAEC016BCC8}" srcOrd="0" destOrd="0" presId="urn:microsoft.com/office/officeart/2005/8/layout/matrix3"/>
    <dgm:cxn modelId="{A370E7E5-333E-4B96-A2DD-F15E5BC4BEA1}" srcId="{0457B91B-0F28-47EF-93E1-08A2631343F9}" destId="{B9977118-BE3E-450D-B10F-040F28E0AC61}" srcOrd="3" destOrd="0" parTransId="{312F6EFC-F0D7-40E8-9F98-456BEA16907A}" sibTransId="{95B97A63-59FD-44E4-A1BB-D83EEFB5AE00}"/>
    <dgm:cxn modelId="{D078D1F4-13D7-4B8B-BE2F-4B7C71418A81}" srcId="{0457B91B-0F28-47EF-93E1-08A2631343F9}" destId="{D6B23824-A2BC-48D0-B24A-6DE4A85A3659}" srcOrd="0" destOrd="0" parTransId="{CEE89D98-9453-4A06-A503-2221CC8E114D}" sibTransId="{5122FDEC-651A-47B3-96E1-E13A5779FE69}"/>
    <dgm:cxn modelId="{CD318FFA-A938-2242-8A1A-B86E6ADFDF96}" type="presOf" srcId="{CDE615F5-FC5F-4492-AE5B-1FBE1A755FCF}" destId="{6BF01E6E-DA14-494F-B731-175E7027E89B}" srcOrd="0" destOrd="0" presId="urn:microsoft.com/office/officeart/2005/8/layout/matrix3"/>
    <dgm:cxn modelId="{B16F2F03-2D26-1A40-8172-5CC9D033838F}" type="presParOf" srcId="{C7D6FC52-C885-DA46-B627-5FAEC016BCC8}" destId="{F9F18FB1-EB22-1849-A75F-F61FED2505A2}" srcOrd="0" destOrd="0" presId="urn:microsoft.com/office/officeart/2005/8/layout/matrix3"/>
    <dgm:cxn modelId="{72F5DD11-F9B1-6447-A57E-9577C57F0AFC}" type="presParOf" srcId="{C7D6FC52-C885-DA46-B627-5FAEC016BCC8}" destId="{9BFDA573-4397-174C-B5E1-A290BE48DE06}" srcOrd="1" destOrd="0" presId="urn:microsoft.com/office/officeart/2005/8/layout/matrix3"/>
    <dgm:cxn modelId="{E708BA33-0586-114A-BEBB-1C82C0E3A128}" type="presParOf" srcId="{C7D6FC52-C885-DA46-B627-5FAEC016BCC8}" destId="{6BF01E6E-DA14-494F-B731-175E7027E89B}" srcOrd="2" destOrd="0" presId="urn:microsoft.com/office/officeart/2005/8/layout/matrix3"/>
    <dgm:cxn modelId="{B79D5116-7186-CF41-901B-5B9D922C5D92}" type="presParOf" srcId="{C7D6FC52-C885-DA46-B627-5FAEC016BCC8}" destId="{51F93BEE-08CA-B446-B8F1-4C99BC9DCD6F}" srcOrd="3" destOrd="0" presId="urn:microsoft.com/office/officeart/2005/8/layout/matrix3"/>
    <dgm:cxn modelId="{61BAA924-B66C-8E42-93BE-C3EF6DB00DA1}" type="presParOf" srcId="{C7D6FC52-C885-DA46-B627-5FAEC016BCC8}" destId="{4353582E-2D51-DD45-A3B7-05BFC8552C0A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BBE3EE5-842B-42D3-BE9A-3F95EE01663E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1B1A4DAA-4817-4BE1-B174-0B3CA48EC006}">
      <dgm:prSet/>
      <dgm:spPr/>
      <dgm:t>
        <a:bodyPr/>
        <a:lstStyle/>
        <a:p>
          <a:r>
            <a:rPr lang="en-US"/>
            <a:t>Handled '?' missing values via imputation</a:t>
          </a:r>
        </a:p>
      </dgm:t>
    </dgm:pt>
    <dgm:pt modelId="{60BDB860-9846-4CEB-85F3-F90FD1B63F4C}" type="parTrans" cxnId="{F1938ADC-0993-43A6-BAD7-CBCE089EE8BE}">
      <dgm:prSet/>
      <dgm:spPr/>
      <dgm:t>
        <a:bodyPr/>
        <a:lstStyle/>
        <a:p>
          <a:endParaRPr lang="en-US"/>
        </a:p>
      </dgm:t>
    </dgm:pt>
    <dgm:pt modelId="{70F3F7E5-2BAE-4429-9101-E3AA8A0BB399}" type="sibTrans" cxnId="{F1938ADC-0993-43A6-BAD7-CBCE089EE8BE}">
      <dgm:prSet/>
      <dgm:spPr/>
      <dgm:t>
        <a:bodyPr/>
        <a:lstStyle/>
        <a:p>
          <a:endParaRPr lang="en-US"/>
        </a:p>
      </dgm:t>
    </dgm:pt>
    <dgm:pt modelId="{89B05292-81A4-4846-8F67-71177BE5E86E}">
      <dgm:prSet/>
      <dgm:spPr/>
      <dgm:t>
        <a:bodyPr/>
        <a:lstStyle/>
        <a:p>
          <a:r>
            <a:rPr lang="en-US"/>
            <a:t>One-hot encoded categorical variables</a:t>
          </a:r>
        </a:p>
      </dgm:t>
    </dgm:pt>
    <dgm:pt modelId="{40BB6634-43DE-4DE7-BBC3-AFC660592097}" type="parTrans" cxnId="{B8E78832-E0EA-438C-A4ED-D2288B623A7E}">
      <dgm:prSet/>
      <dgm:spPr/>
      <dgm:t>
        <a:bodyPr/>
        <a:lstStyle/>
        <a:p>
          <a:endParaRPr lang="en-US"/>
        </a:p>
      </dgm:t>
    </dgm:pt>
    <dgm:pt modelId="{9AFE1358-1F08-46DC-9621-64225D912F2A}" type="sibTrans" cxnId="{B8E78832-E0EA-438C-A4ED-D2288B623A7E}">
      <dgm:prSet/>
      <dgm:spPr/>
      <dgm:t>
        <a:bodyPr/>
        <a:lstStyle/>
        <a:p>
          <a:endParaRPr lang="en-US"/>
        </a:p>
      </dgm:t>
    </dgm:pt>
    <dgm:pt modelId="{8750C3A1-87B3-451B-A792-3293051BC2EC}">
      <dgm:prSet/>
      <dgm:spPr/>
      <dgm:t>
        <a:bodyPr/>
        <a:lstStyle/>
        <a:p>
          <a:r>
            <a:rPr lang="en-US"/>
            <a:t>Standardized numeric features</a:t>
          </a:r>
        </a:p>
      </dgm:t>
    </dgm:pt>
    <dgm:pt modelId="{34831673-6222-4F97-A22E-E24C65D5775A}" type="parTrans" cxnId="{F9ABED05-0FBF-4290-BD26-E181CB531D77}">
      <dgm:prSet/>
      <dgm:spPr/>
      <dgm:t>
        <a:bodyPr/>
        <a:lstStyle/>
        <a:p>
          <a:endParaRPr lang="en-US"/>
        </a:p>
      </dgm:t>
    </dgm:pt>
    <dgm:pt modelId="{15E4C133-7520-4C23-99C5-44EDF866735D}" type="sibTrans" cxnId="{F9ABED05-0FBF-4290-BD26-E181CB531D77}">
      <dgm:prSet/>
      <dgm:spPr/>
      <dgm:t>
        <a:bodyPr/>
        <a:lstStyle/>
        <a:p>
          <a:endParaRPr lang="en-US"/>
        </a:p>
      </dgm:t>
    </dgm:pt>
    <dgm:pt modelId="{6C7DE226-6EA1-43FD-9031-B02785959BED}">
      <dgm:prSet/>
      <dgm:spPr/>
      <dgm:t>
        <a:bodyPr/>
        <a:lstStyle/>
        <a:p>
          <a:r>
            <a:rPr lang="en-US"/>
            <a:t>Stratified train-test split</a:t>
          </a:r>
        </a:p>
      </dgm:t>
    </dgm:pt>
    <dgm:pt modelId="{4AA126D0-28E6-4554-8E0E-030A6B7E3EC5}" type="parTrans" cxnId="{7476A926-F130-481D-9647-E0039FFE1ED8}">
      <dgm:prSet/>
      <dgm:spPr/>
      <dgm:t>
        <a:bodyPr/>
        <a:lstStyle/>
        <a:p>
          <a:endParaRPr lang="en-US"/>
        </a:p>
      </dgm:t>
    </dgm:pt>
    <dgm:pt modelId="{5949D33C-667A-4EC5-A2B1-C8E03DAB9EDE}" type="sibTrans" cxnId="{7476A926-F130-481D-9647-E0039FFE1ED8}">
      <dgm:prSet/>
      <dgm:spPr/>
      <dgm:t>
        <a:bodyPr/>
        <a:lstStyle/>
        <a:p>
          <a:endParaRPr lang="en-US"/>
        </a:p>
      </dgm:t>
    </dgm:pt>
    <dgm:pt modelId="{62283ADB-F688-8F43-8539-088815B3F44B}" type="pres">
      <dgm:prSet presAssocID="{CBBE3EE5-842B-42D3-BE9A-3F95EE01663E}" presName="vert0" presStyleCnt="0">
        <dgm:presLayoutVars>
          <dgm:dir/>
          <dgm:animOne val="branch"/>
          <dgm:animLvl val="lvl"/>
        </dgm:presLayoutVars>
      </dgm:prSet>
      <dgm:spPr/>
    </dgm:pt>
    <dgm:pt modelId="{53BDB626-00C0-C64B-82E1-AC7B3FF538C1}" type="pres">
      <dgm:prSet presAssocID="{1B1A4DAA-4817-4BE1-B174-0B3CA48EC006}" presName="thickLine" presStyleLbl="alignNode1" presStyleIdx="0" presStyleCnt="4"/>
      <dgm:spPr/>
    </dgm:pt>
    <dgm:pt modelId="{D68D6100-C19C-184B-83B7-0B5338384B15}" type="pres">
      <dgm:prSet presAssocID="{1B1A4DAA-4817-4BE1-B174-0B3CA48EC006}" presName="horz1" presStyleCnt="0"/>
      <dgm:spPr/>
    </dgm:pt>
    <dgm:pt modelId="{131663C7-05D9-D24F-9397-6037AA3C5D0C}" type="pres">
      <dgm:prSet presAssocID="{1B1A4DAA-4817-4BE1-B174-0B3CA48EC006}" presName="tx1" presStyleLbl="revTx" presStyleIdx="0" presStyleCnt="4"/>
      <dgm:spPr/>
    </dgm:pt>
    <dgm:pt modelId="{0571F2E1-C51A-2448-9E6E-35EC0627E3B5}" type="pres">
      <dgm:prSet presAssocID="{1B1A4DAA-4817-4BE1-B174-0B3CA48EC006}" presName="vert1" presStyleCnt="0"/>
      <dgm:spPr/>
    </dgm:pt>
    <dgm:pt modelId="{9E7DBB45-74EF-9343-A59A-057F7706A6CF}" type="pres">
      <dgm:prSet presAssocID="{89B05292-81A4-4846-8F67-71177BE5E86E}" presName="thickLine" presStyleLbl="alignNode1" presStyleIdx="1" presStyleCnt="4"/>
      <dgm:spPr/>
    </dgm:pt>
    <dgm:pt modelId="{138CE3FD-87AF-CA48-9179-1024DE23EBEF}" type="pres">
      <dgm:prSet presAssocID="{89B05292-81A4-4846-8F67-71177BE5E86E}" presName="horz1" presStyleCnt="0"/>
      <dgm:spPr/>
    </dgm:pt>
    <dgm:pt modelId="{3F9B5D16-FB47-CE48-9862-02EFEFAE4386}" type="pres">
      <dgm:prSet presAssocID="{89B05292-81A4-4846-8F67-71177BE5E86E}" presName="tx1" presStyleLbl="revTx" presStyleIdx="1" presStyleCnt="4"/>
      <dgm:spPr/>
    </dgm:pt>
    <dgm:pt modelId="{C8DF9DC4-1EF1-1849-ACE0-E8D46AE04007}" type="pres">
      <dgm:prSet presAssocID="{89B05292-81A4-4846-8F67-71177BE5E86E}" presName="vert1" presStyleCnt="0"/>
      <dgm:spPr/>
    </dgm:pt>
    <dgm:pt modelId="{BFCC49D5-8866-3248-850B-3A5ACE575179}" type="pres">
      <dgm:prSet presAssocID="{8750C3A1-87B3-451B-A792-3293051BC2EC}" presName="thickLine" presStyleLbl="alignNode1" presStyleIdx="2" presStyleCnt="4"/>
      <dgm:spPr/>
    </dgm:pt>
    <dgm:pt modelId="{F83484DF-47F8-1C4D-A25C-2A0EAFB15202}" type="pres">
      <dgm:prSet presAssocID="{8750C3A1-87B3-451B-A792-3293051BC2EC}" presName="horz1" presStyleCnt="0"/>
      <dgm:spPr/>
    </dgm:pt>
    <dgm:pt modelId="{B3719155-BD66-C143-958A-449DB98E6D3A}" type="pres">
      <dgm:prSet presAssocID="{8750C3A1-87B3-451B-A792-3293051BC2EC}" presName="tx1" presStyleLbl="revTx" presStyleIdx="2" presStyleCnt="4"/>
      <dgm:spPr/>
    </dgm:pt>
    <dgm:pt modelId="{F2393A77-CECF-7C43-A158-20B1CA0E37D2}" type="pres">
      <dgm:prSet presAssocID="{8750C3A1-87B3-451B-A792-3293051BC2EC}" presName="vert1" presStyleCnt="0"/>
      <dgm:spPr/>
    </dgm:pt>
    <dgm:pt modelId="{2BCB4D47-176B-C047-B33A-DA69BEF1A4E6}" type="pres">
      <dgm:prSet presAssocID="{6C7DE226-6EA1-43FD-9031-B02785959BED}" presName="thickLine" presStyleLbl="alignNode1" presStyleIdx="3" presStyleCnt="4"/>
      <dgm:spPr/>
    </dgm:pt>
    <dgm:pt modelId="{F14DD2B5-6C0B-F147-9D94-9094D130E874}" type="pres">
      <dgm:prSet presAssocID="{6C7DE226-6EA1-43FD-9031-B02785959BED}" presName="horz1" presStyleCnt="0"/>
      <dgm:spPr/>
    </dgm:pt>
    <dgm:pt modelId="{8817463E-B951-9C4B-8911-36F770524A87}" type="pres">
      <dgm:prSet presAssocID="{6C7DE226-6EA1-43FD-9031-B02785959BED}" presName="tx1" presStyleLbl="revTx" presStyleIdx="3" presStyleCnt="4"/>
      <dgm:spPr/>
    </dgm:pt>
    <dgm:pt modelId="{E6ABB0CB-44E3-3046-97B6-E57C691543B6}" type="pres">
      <dgm:prSet presAssocID="{6C7DE226-6EA1-43FD-9031-B02785959BED}" presName="vert1" presStyleCnt="0"/>
      <dgm:spPr/>
    </dgm:pt>
  </dgm:ptLst>
  <dgm:cxnLst>
    <dgm:cxn modelId="{F9ABED05-0FBF-4290-BD26-E181CB531D77}" srcId="{CBBE3EE5-842B-42D3-BE9A-3F95EE01663E}" destId="{8750C3A1-87B3-451B-A792-3293051BC2EC}" srcOrd="2" destOrd="0" parTransId="{34831673-6222-4F97-A22E-E24C65D5775A}" sibTransId="{15E4C133-7520-4C23-99C5-44EDF866735D}"/>
    <dgm:cxn modelId="{2F67730A-4A38-2042-B6DC-28BF0565988A}" type="presOf" srcId="{6C7DE226-6EA1-43FD-9031-B02785959BED}" destId="{8817463E-B951-9C4B-8911-36F770524A87}" srcOrd="0" destOrd="0" presId="urn:microsoft.com/office/officeart/2008/layout/LinedList"/>
    <dgm:cxn modelId="{7476A926-F130-481D-9647-E0039FFE1ED8}" srcId="{CBBE3EE5-842B-42D3-BE9A-3F95EE01663E}" destId="{6C7DE226-6EA1-43FD-9031-B02785959BED}" srcOrd="3" destOrd="0" parTransId="{4AA126D0-28E6-4554-8E0E-030A6B7E3EC5}" sibTransId="{5949D33C-667A-4EC5-A2B1-C8E03DAB9EDE}"/>
    <dgm:cxn modelId="{1CB55F28-26A1-9648-AA20-DD384C559A48}" type="presOf" srcId="{1B1A4DAA-4817-4BE1-B174-0B3CA48EC006}" destId="{131663C7-05D9-D24F-9397-6037AA3C5D0C}" srcOrd="0" destOrd="0" presId="urn:microsoft.com/office/officeart/2008/layout/LinedList"/>
    <dgm:cxn modelId="{B8E78832-E0EA-438C-A4ED-D2288B623A7E}" srcId="{CBBE3EE5-842B-42D3-BE9A-3F95EE01663E}" destId="{89B05292-81A4-4846-8F67-71177BE5E86E}" srcOrd="1" destOrd="0" parTransId="{40BB6634-43DE-4DE7-BBC3-AFC660592097}" sibTransId="{9AFE1358-1F08-46DC-9621-64225D912F2A}"/>
    <dgm:cxn modelId="{FAAA688E-A347-0249-BC82-1B91AD0D128F}" type="presOf" srcId="{CBBE3EE5-842B-42D3-BE9A-3F95EE01663E}" destId="{62283ADB-F688-8F43-8539-088815B3F44B}" srcOrd="0" destOrd="0" presId="urn:microsoft.com/office/officeart/2008/layout/LinedList"/>
    <dgm:cxn modelId="{F1938ADC-0993-43A6-BAD7-CBCE089EE8BE}" srcId="{CBBE3EE5-842B-42D3-BE9A-3F95EE01663E}" destId="{1B1A4DAA-4817-4BE1-B174-0B3CA48EC006}" srcOrd="0" destOrd="0" parTransId="{60BDB860-9846-4CEB-85F3-F90FD1B63F4C}" sibTransId="{70F3F7E5-2BAE-4429-9101-E3AA8A0BB399}"/>
    <dgm:cxn modelId="{0AC7B8E4-E439-6449-BFCB-3E8DBBE3B4EE}" type="presOf" srcId="{8750C3A1-87B3-451B-A792-3293051BC2EC}" destId="{B3719155-BD66-C143-958A-449DB98E6D3A}" srcOrd="0" destOrd="0" presId="urn:microsoft.com/office/officeart/2008/layout/LinedList"/>
    <dgm:cxn modelId="{DE3F6AFE-49DF-A14A-A7FF-5B666AC07040}" type="presOf" srcId="{89B05292-81A4-4846-8F67-71177BE5E86E}" destId="{3F9B5D16-FB47-CE48-9862-02EFEFAE4386}" srcOrd="0" destOrd="0" presId="urn:microsoft.com/office/officeart/2008/layout/LinedList"/>
    <dgm:cxn modelId="{8C065D33-4149-DE4D-8B17-81A7C9781474}" type="presParOf" srcId="{62283ADB-F688-8F43-8539-088815B3F44B}" destId="{53BDB626-00C0-C64B-82E1-AC7B3FF538C1}" srcOrd="0" destOrd="0" presId="urn:microsoft.com/office/officeart/2008/layout/LinedList"/>
    <dgm:cxn modelId="{F052F111-E7A8-B849-BA85-01499AD5A952}" type="presParOf" srcId="{62283ADB-F688-8F43-8539-088815B3F44B}" destId="{D68D6100-C19C-184B-83B7-0B5338384B15}" srcOrd="1" destOrd="0" presId="urn:microsoft.com/office/officeart/2008/layout/LinedList"/>
    <dgm:cxn modelId="{EFB50B4F-A513-0948-B8DB-FDADBF368368}" type="presParOf" srcId="{D68D6100-C19C-184B-83B7-0B5338384B15}" destId="{131663C7-05D9-D24F-9397-6037AA3C5D0C}" srcOrd="0" destOrd="0" presId="urn:microsoft.com/office/officeart/2008/layout/LinedList"/>
    <dgm:cxn modelId="{718C38BA-1EFF-5B49-9527-731BD34936E3}" type="presParOf" srcId="{D68D6100-C19C-184B-83B7-0B5338384B15}" destId="{0571F2E1-C51A-2448-9E6E-35EC0627E3B5}" srcOrd="1" destOrd="0" presId="urn:microsoft.com/office/officeart/2008/layout/LinedList"/>
    <dgm:cxn modelId="{7B986DB2-90B7-3A4C-8E05-0EA465E0DD5F}" type="presParOf" srcId="{62283ADB-F688-8F43-8539-088815B3F44B}" destId="{9E7DBB45-74EF-9343-A59A-057F7706A6CF}" srcOrd="2" destOrd="0" presId="urn:microsoft.com/office/officeart/2008/layout/LinedList"/>
    <dgm:cxn modelId="{C05F9107-28FC-264A-A111-4B5497187D3C}" type="presParOf" srcId="{62283ADB-F688-8F43-8539-088815B3F44B}" destId="{138CE3FD-87AF-CA48-9179-1024DE23EBEF}" srcOrd="3" destOrd="0" presId="urn:microsoft.com/office/officeart/2008/layout/LinedList"/>
    <dgm:cxn modelId="{8D9B7403-7E88-7844-944D-B032C8201997}" type="presParOf" srcId="{138CE3FD-87AF-CA48-9179-1024DE23EBEF}" destId="{3F9B5D16-FB47-CE48-9862-02EFEFAE4386}" srcOrd="0" destOrd="0" presId="urn:microsoft.com/office/officeart/2008/layout/LinedList"/>
    <dgm:cxn modelId="{3B67AFCB-35CD-9B43-8697-9BFBB9F432E7}" type="presParOf" srcId="{138CE3FD-87AF-CA48-9179-1024DE23EBEF}" destId="{C8DF9DC4-1EF1-1849-ACE0-E8D46AE04007}" srcOrd="1" destOrd="0" presId="urn:microsoft.com/office/officeart/2008/layout/LinedList"/>
    <dgm:cxn modelId="{50E699E2-C410-EE4B-B325-36E1BEDBCF73}" type="presParOf" srcId="{62283ADB-F688-8F43-8539-088815B3F44B}" destId="{BFCC49D5-8866-3248-850B-3A5ACE575179}" srcOrd="4" destOrd="0" presId="urn:microsoft.com/office/officeart/2008/layout/LinedList"/>
    <dgm:cxn modelId="{ADFEFCB0-5878-DD4B-BAD1-3D8C8D2054D8}" type="presParOf" srcId="{62283ADB-F688-8F43-8539-088815B3F44B}" destId="{F83484DF-47F8-1C4D-A25C-2A0EAFB15202}" srcOrd="5" destOrd="0" presId="urn:microsoft.com/office/officeart/2008/layout/LinedList"/>
    <dgm:cxn modelId="{8D470B4D-D876-1749-8EFD-0ECFE1CDBFA0}" type="presParOf" srcId="{F83484DF-47F8-1C4D-A25C-2A0EAFB15202}" destId="{B3719155-BD66-C143-958A-449DB98E6D3A}" srcOrd="0" destOrd="0" presId="urn:microsoft.com/office/officeart/2008/layout/LinedList"/>
    <dgm:cxn modelId="{D173E9A1-58DE-B847-AE95-C3B54E41619A}" type="presParOf" srcId="{F83484DF-47F8-1C4D-A25C-2A0EAFB15202}" destId="{F2393A77-CECF-7C43-A158-20B1CA0E37D2}" srcOrd="1" destOrd="0" presId="urn:microsoft.com/office/officeart/2008/layout/LinedList"/>
    <dgm:cxn modelId="{F09AF191-B5B1-7045-8EA8-452586760FB1}" type="presParOf" srcId="{62283ADB-F688-8F43-8539-088815B3F44B}" destId="{2BCB4D47-176B-C047-B33A-DA69BEF1A4E6}" srcOrd="6" destOrd="0" presId="urn:microsoft.com/office/officeart/2008/layout/LinedList"/>
    <dgm:cxn modelId="{BADFFD61-E810-1044-833C-BA82DB0FE728}" type="presParOf" srcId="{62283ADB-F688-8F43-8539-088815B3F44B}" destId="{F14DD2B5-6C0B-F147-9D94-9094D130E874}" srcOrd="7" destOrd="0" presId="urn:microsoft.com/office/officeart/2008/layout/LinedList"/>
    <dgm:cxn modelId="{8A615E46-C4A9-D741-A1B1-CE4B9248B030}" type="presParOf" srcId="{F14DD2B5-6C0B-F147-9D94-9094D130E874}" destId="{8817463E-B951-9C4B-8911-36F770524A87}" srcOrd="0" destOrd="0" presId="urn:microsoft.com/office/officeart/2008/layout/LinedList"/>
    <dgm:cxn modelId="{59017247-989C-724D-8DE1-5C22AFE58E7E}" type="presParOf" srcId="{F14DD2B5-6C0B-F147-9D94-9094D130E874}" destId="{E6ABB0CB-44E3-3046-97B6-E57C691543B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759D022-F58F-4291-B08F-63CEB3B6A4BA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E1B4692-5E5C-4893-B1E5-25DEB2FD7F59}">
      <dgm:prSet/>
      <dgm:spPr/>
      <dgm:t>
        <a:bodyPr/>
        <a:lstStyle/>
        <a:p>
          <a:r>
            <a:rPr lang="en-US"/>
            <a:t>Logistic Regression: interpretable baseline</a:t>
          </a:r>
        </a:p>
      </dgm:t>
    </dgm:pt>
    <dgm:pt modelId="{8FD763F6-7E9A-4B83-AD10-B543CC449612}" type="parTrans" cxnId="{B4DEE00F-F9F0-4300-87E7-E75B7C2769C4}">
      <dgm:prSet/>
      <dgm:spPr/>
      <dgm:t>
        <a:bodyPr/>
        <a:lstStyle/>
        <a:p>
          <a:endParaRPr lang="en-US"/>
        </a:p>
      </dgm:t>
    </dgm:pt>
    <dgm:pt modelId="{AC0B1041-B715-4CF2-867B-4389614E27BA}" type="sibTrans" cxnId="{B4DEE00F-F9F0-4300-87E7-E75B7C2769C4}">
      <dgm:prSet/>
      <dgm:spPr/>
      <dgm:t>
        <a:bodyPr/>
        <a:lstStyle/>
        <a:p>
          <a:endParaRPr lang="en-US"/>
        </a:p>
      </dgm:t>
    </dgm:pt>
    <dgm:pt modelId="{D2B93C5F-2EF5-426B-9741-53D554D82F45}">
      <dgm:prSet/>
      <dgm:spPr/>
      <dgm:t>
        <a:bodyPr/>
        <a:lstStyle/>
        <a:p>
          <a:r>
            <a:rPr lang="en-US"/>
            <a:t>Random Forest: nonlinear ensemble model</a:t>
          </a:r>
        </a:p>
      </dgm:t>
    </dgm:pt>
    <dgm:pt modelId="{D4E92439-C7F8-4B4A-8896-720B18300D0D}" type="parTrans" cxnId="{84E30AD7-9464-4DD3-8D34-5FFB2567AA26}">
      <dgm:prSet/>
      <dgm:spPr/>
      <dgm:t>
        <a:bodyPr/>
        <a:lstStyle/>
        <a:p>
          <a:endParaRPr lang="en-US"/>
        </a:p>
      </dgm:t>
    </dgm:pt>
    <dgm:pt modelId="{46BB3198-62AB-482D-8B35-6734A44FA50F}" type="sibTrans" cxnId="{84E30AD7-9464-4DD3-8D34-5FFB2567AA26}">
      <dgm:prSet/>
      <dgm:spPr/>
      <dgm:t>
        <a:bodyPr/>
        <a:lstStyle/>
        <a:p>
          <a:endParaRPr lang="en-US"/>
        </a:p>
      </dgm:t>
    </dgm:pt>
    <dgm:pt modelId="{F15A8ECE-04D3-44AB-9EDF-F049D4B3B44C}">
      <dgm:prSet/>
      <dgm:spPr/>
      <dgm:t>
        <a:bodyPr/>
        <a:lstStyle/>
        <a:p>
          <a:r>
            <a:rPr lang="en-US"/>
            <a:t>Gradient Boosting: final model (best ROC-AUC)</a:t>
          </a:r>
        </a:p>
      </dgm:t>
    </dgm:pt>
    <dgm:pt modelId="{5262E139-044C-45B2-BAE4-2364F2FE9AA7}" type="parTrans" cxnId="{85E1A61D-D740-4F26-9ADC-EA898C6C9001}">
      <dgm:prSet/>
      <dgm:spPr/>
      <dgm:t>
        <a:bodyPr/>
        <a:lstStyle/>
        <a:p>
          <a:endParaRPr lang="en-US"/>
        </a:p>
      </dgm:t>
    </dgm:pt>
    <dgm:pt modelId="{3698E707-B7E6-4C83-9696-1B5265EEB5AA}" type="sibTrans" cxnId="{85E1A61D-D740-4F26-9ADC-EA898C6C9001}">
      <dgm:prSet/>
      <dgm:spPr/>
      <dgm:t>
        <a:bodyPr/>
        <a:lstStyle/>
        <a:p>
          <a:endParaRPr lang="en-US"/>
        </a:p>
      </dgm:t>
    </dgm:pt>
    <dgm:pt modelId="{005809D0-FC76-4E54-A9D9-30AEB22D606D}">
      <dgm:prSet/>
      <dgm:spPr/>
      <dgm:t>
        <a:bodyPr/>
        <a:lstStyle/>
        <a:p>
          <a:r>
            <a:rPr lang="en-US"/>
            <a:t>Compared using classification metrics + curves</a:t>
          </a:r>
        </a:p>
      </dgm:t>
    </dgm:pt>
    <dgm:pt modelId="{42624CD2-CAB3-45D5-BDBB-BCF048BAC07E}" type="parTrans" cxnId="{3A44062A-D693-4840-833A-DCF9225AF5E5}">
      <dgm:prSet/>
      <dgm:spPr/>
      <dgm:t>
        <a:bodyPr/>
        <a:lstStyle/>
        <a:p>
          <a:endParaRPr lang="en-US"/>
        </a:p>
      </dgm:t>
    </dgm:pt>
    <dgm:pt modelId="{00347AC9-60AB-47F6-92CE-8E228743EFFA}" type="sibTrans" cxnId="{3A44062A-D693-4840-833A-DCF9225AF5E5}">
      <dgm:prSet/>
      <dgm:spPr/>
      <dgm:t>
        <a:bodyPr/>
        <a:lstStyle/>
        <a:p>
          <a:endParaRPr lang="en-US"/>
        </a:p>
      </dgm:t>
    </dgm:pt>
    <dgm:pt modelId="{CD2C54CA-AC84-B047-B198-379928169E11}" type="pres">
      <dgm:prSet presAssocID="{6759D022-F58F-4291-B08F-63CEB3B6A4BA}" presName="outerComposite" presStyleCnt="0">
        <dgm:presLayoutVars>
          <dgm:chMax val="5"/>
          <dgm:dir/>
          <dgm:resizeHandles val="exact"/>
        </dgm:presLayoutVars>
      </dgm:prSet>
      <dgm:spPr/>
    </dgm:pt>
    <dgm:pt modelId="{9AB78D1E-CA8A-F441-90A1-7F983FF901A7}" type="pres">
      <dgm:prSet presAssocID="{6759D022-F58F-4291-B08F-63CEB3B6A4BA}" presName="dummyMaxCanvas" presStyleCnt="0">
        <dgm:presLayoutVars/>
      </dgm:prSet>
      <dgm:spPr/>
    </dgm:pt>
    <dgm:pt modelId="{99E3FECF-60DF-D044-AD6F-36E376F98196}" type="pres">
      <dgm:prSet presAssocID="{6759D022-F58F-4291-B08F-63CEB3B6A4BA}" presName="FourNodes_1" presStyleLbl="node1" presStyleIdx="0" presStyleCnt="4">
        <dgm:presLayoutVars>
          <dgm:bulletEnabled val="1"/>
        </dgm:presLayoutVars>
      </dgm:prSet>
      <dgm:spPr/>
    </dgm:pt>
    <dgm:pt modelId="{C40F07AD-3149-E945-9BA5-50E1896D5DDB}" type="pres">
      <dgm:prSet presAssocID="{6759D022-F58F-4291-B08F-63CEB3B6A4BA}" presName="FourNodes_2" presStyleLbl="node1" presStyleIdx="1" presStyleCnt="4">
        <dgm:presLayoutVars>
          <dgm:bulletEnabled val="1"/>
        </dgm:presLayoutVars>
      </dgm:prSet>
      <dgm:spPr/>
    </dgm:pt>
    <dgm:pt modelId="{774F1BE2-9446-BE4B-B0A2-C85929365CF6}" type="pres">
      <dgm:prSet presAssocID="{6759D022-F58F-4291-B08F-63CEB3B6A4BA}" presName="FourNodes_3" presStyleLbl="node1" presStyleIdx="2" presStyleCnt="4">
        <dgm:presLayoutVars>
          <dgm:bulletEnabled val="1"/>
        </dgm:presLayoutVars>
      </dgm:prSet>
      <dgm:spPr/>
    </dgm:pt>
    <dgm:pt modelId="{49472E01-8A6F-D845-B2D6-5F17C752822C}" type="pres">
      <dgm:prSet presAssocID="{6759D022-F58F-4291-B08F-63CEB3B6A4BA}" presName="FourNodes_4" presStyleLbl="node1" presStyleIdx="3" presStyleCnt="4">
        <dgm:presLayoutVars>
          <dgm:bulletEnabled val="1"/>
        </dgm:presLayoutVars>
      </dgm:prSet>
      <dgm:spPr/>
    </dgm:pt>
    <dgm:pt modelId="{1310FCBC-BB0F-E04E-83C3-ED615C659802}" type="pres">
      <dgm:prSet presAssocID="{6759D022-F58F-4291-B08F-63CEB3B6A4BA}" presName="FourConn_1-2" presStyleLbl="fgAccFollowNode1" presStyleIdx="0" presStyleCnt="3">
        <dgm:presLayoutVars>
          <dgm:bulletEnabled val="1"/>
        </dgm:presLayoutVars>
      </dgm:prSet>
      <dgm:spPr/>
    </dgm:pt>
    <dgm:pt modelId="{6C99B521-12D9-AC4A-AD3C-3BDF6ECD35DC}" type="pres">
      <dgm:prSet presAssocID="{6759D022-F58F-4291-B08F-63CEB3B6A4BA}" presName="FourConn_2-3" presStyleLbl="fgAccFollowNode1" presStyleIdx="1" presStyleCnt="3">
        <dgm:presLayoutVars>
          <dgm:bulletEnabled val="1"/>
        </dgm:presLayoutVars>
      </dgm:prSet>
      <dgm:spPr/>
    </dgm:pt>
    <dgm:pt modelId="{C56BADE4-AB2A-C94A-A2D0-0DF10CF50960}" type="pres">
      <dgm:prSet presAssocID="{6759D022-F58F-4291-B08F-63CEB3B6A4BA}" presName="FourConn_3-4" presStyleLbl="fgAccFollowNode1" presStyleIdx="2" presStyleCnt="3">
        <dgm:presLayoutVars>
          <dgm:bulletEnabled val="1"/>
        </dgm:presLayoutVars>
      </dgm:prSet>
      <dgm:spPr/>
    </dgm:pt>
    <dgm:pt modelId="{13B253D5-958A-A14B-8972-BCA84C48AFFD}" type="pres">
      <dgm:prSet presAssocID="{6759D022-F58F-4291-B08F-63CEB3B6A4BA}" presName="FourNodes_1_text" presStyleLbl="node1" presStyleIdx="3" presStyleCnt="4">
        <dgm:presLayoutVars>
          <dgm:bulletEnabled val="1"/>
        </dgm:presLayoutVars>
      </dgm:prSet>
      <dgm:spPr/>
    </dgm:pt>
    <dgm:pt modelId="{AB26CF70-CAE5-4C44-999E-75934E157AA6}" type="pres">
      <dgm:prSet presAssocID="{6759D022-F58F-4291-B08F-63CEB3B6A4BA}" presName="FourNodes_2_text" presStyleLbl="node1" presStyleIdx="3" presStyleCnt="4">
        <dgm:presLayoutVars>
          <dgm:bulletEnabled val="1"/>
        </dgm:presLayoutVars>
      </dgm:prSet>
      <dgm:spPr/>
    </dgm:pt>
    <dgm:pt modelId="{B7C97495-8F05-124E-BB25-A14EF98155DF}" type="pres">
      <dgm:prSet presAssocID="{6759D022-F58F-4291-B08F-63CEB3B6A4BA}" presName="FourNodes_3_text" presStyleLbl="node1" presStyleIdx="3" presStyleCnt="4">
        <dgm:presLayoutVars>
          <dgm:bulletEnabled val="1"/>
        </dgm:presLayoutVars>
      </dgm:prSet>
      <dgm:spPr/>
    </dgm:pt>
    <dgm:pt modelId="{4715AC63-61DC-D748-BFA7-5374E6A94450}" type="pres">
      <dgm:prSet presAssocID="{6759D022-F58F-4291-B08F-63CEB3B6A4BA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946A3C0B-3E09-C444-9839-51219D7D6215}" type="presOf" srcId="{4E1B4692-5E5C-4893-B1E5-25DEB2FD7F59}" destId="{99E3FECF-60DF-D044-AD6F-36E376F98196}" srcOrd="0" destOrd="0" presId="urn:microsoft.com/office/officeart/2005/8/layout/vProcess5"/>
    <dgm:cxn modelId="{B4DEE00F-F9F0-4300-87E7-E75B7C2769C4}" srcId="{6759D022-F58F-4291-B08F-63CEB3B6A4BA}" destId="{4E1B4692-5E5C-4893-B1E5-25DEB2FD7F59}" srcOrd="0" destOrd="0" parTransId="{8FD763F6-7E9A-4B83-AD10-B543CC449612}" sibTransId="{AC0B1041-B715-4CF2-867B-4389614E27BA}"/>
    <dgm:cxn modelId="{8C498F11-15B5-314A-AAB6-668B46AD17C8}" type="presOf" srcId="{D2B93C5F-2EF5-426B-9741-53D554D82F45}" destId="{AB26CF70-CAE5-4C44-999E-75934E157AA6}" srcOrd="1" destOrd="0" presId="urn:microsoft.com/office/officeart/2005/8/layout/vProcess5"/>
    <dgm:cxn modelId="{ED911612-62F0-BD44-BFB0-CBF3A04E59A3}" type="presOf" srcId="{F15A8ECE-04D3-44AB-9EDF-F049D4B3B44C}" destId="{774F1BE2-9446-BE4B-B0A2-C85929365CF6}" srcOrd="0" destOrd="0" presId="urn:microsoft.com/office/officeart/2005/8/layout/vProcess5"/>
    <dgm:cxn modelId="{F3413A12-6667-0C4C-88E7-15A85EA33F75}" type="presOf" srcId="{4E1B4692-5E5C-4893-B1E5-25DEB2FD7F59}" destId="{13B253D5-958A-A14B-8972-BCA84C48AFFD}" srcOrd="1" destOrd="0" presId="urn:microsoft.com/office/officeart/2005/8/layout/vProcess5"/>
    <dgm:cxn modelId="{85E1A61D-D740-4F26-9ADC-EA898C6C9001}" srcId="{6759D022-F58F-4291-B08F-63CEB3B6A4BA}" destId="{F15A8ECE-04D3-44AB-9EDF-F049D4B3B44C}" srcOrd="2" destOrd="0" parTransId="{5262E139-044C-45B2-BAE4-2364F2FE9AA7}" sibTransId="{3698E707-B7E6-4C83-9696-1B5265EEB5AA}"/>
    <dgm:cxn modelId="{3A44062A-D693-4840-833A-DCF9225AF5E5}" srcId="{6759D022-F58F-4291-B08F-63CEB3B6A4BA}" destId="{005809D0-FC76-4E54-A9D9-30AEB22D606D}" srcOrd="3" destOrd="0" parTransId="{42624CD2-CAB3-45D5-BDBB-BCF048BAC07E}" sibTransId="{00347AC9-60AB-47F6-92CE-8E228743EFFA}"/>
    <dgm:cxn modelId="{16D74033-580A-9A4B-BE74-5AB93434556F}" type="presOf" srcId="{AC0B1041-B715-4CF2-867B-4389614E27BA}" destId="{1310FCBC-BB0F-E04E-83C3-ED615C659802}" srcOrd="0" destOrd="0" presId="urn:microsoft.com/office/officeart/2005/8/layout/vProcess5"/>
    <dgm:cxn modelId="{1C588B35-8BF3-744B-98FE-406C941E84BC}" type="presOf" srcId="{005809D0-FC76-4E54-A9D9-30AEB22D606D}" destId="{49472E01-8A6F-D845-B2D6-5F17C752822C}" srcOrd="0" destOrd="0" presId="urn:microsoft.com/office/officeart/2005/8/layout/vProcess5"/>
    <dgm:cxn modelId="{A38BDE6A-3500-5A4B-B070-921494B49C06}" type="presOf" srcId="{D2B93C5F-2EF5-426B-9741-53D554D82F45}" destId="{C40F07AD-3149-E945-9BA5-50E1896D5DDB}" srcOrd="0" destOrd="0" presId="urn:microsoft.com/office/officeart/2005/8/layout/vProcess5"/>
    <dgm:cxn modelId="{1EE9B4A4-4C82-C34A-ADF4-12C4048574E4}" type="presOf" srcId="{F15A8ECE-04D3-44AB-9EDF-F049D4B3B44C}" destId="{B7C97495-8F05-124E-BB25-A14EF98155DF}" srcOrd="1" destOrd="0" presId="urn:microsoft.com/office/officeart/2005/8/layout/vProcess5"/>
    <dgm:cxn modelId="{AB95DBC0-AF7F-FE44-A598-7349C5B1C5F6}" type="presOf" srcId="{46BB3198-62AB-482D-8B35-6734A44FA50F}" destId="{6C99B521-12D9-AC4A-AD3C-3BDF6ECD35DC}" srcOrd="0" destOrd="0" presId="urn:microsoft.com/office/officeart/2005/8/layout/vProcess5"/>
    <dgm:cxn modelId="{76E6D5C8-7F6E-3C47-843F-552EA422994A}" type="presOf" srcId="{005809D0-FC76-4E54-A9D9-30AEB22D606D}" destId="{4715AC63-61DC-D748-BFA7-5374E6A94450}" srcOrd="1" destOrd="0" presId="urn:microsoft.com/office/officeart/2005/8/layout/vProcess5"/>
    <dgm:cxn modelId="{8B0005CA-6448-3841-820A-E7544B681FD5}" type="presOf" srcId="{6759D022-F58F-4291-B08F-63CEB3B6A4BA}" destId="{CD2C54CA-AC84-B047-B198-379928169E11}" srcOrd="0" destOrd="0" presId="urn:microsoft.com/office/officeart/2005/8/layout/vProcess5"/>
    <dgm:cxn modelId="{0D5ECBD1-384E-8D46-8249-902111052E41}" type="presOf" srcId="{3698E707-B7E6-4C83-9696-1B5265EEB5AA}" destId="{C56BADE4-AB2A-C94A-A2D0-0DF10CF50960}" srcOrd="0" destOrd="0" presId="urn:microsoft.com/office/officeart/2005/8/layout/vProcess5"/>
    <dgm:cxn modelId="{84E30AD7-9464-4DD3-8D34-5FFB2567AA26}" srcId="{6759D022-F58F-4291-B08F-63CEB3B6A4BA}" destId="{D2B93C5F-2EF5-426B-9741-53D554D82F45}" srcOrd="1" destOrd="0" parTransId="{D4E92439-C7F8-4B4A-8896-720B18300D0D}" sibTransId="{46BB3198-62AB-482D-8B35-6734A44FA50F}"/>
    <dgm:cxn modelId="{C061A5B8-053C-0644-A0E8-2A0AA9B9F98A}" type="presParOf" srcId="{CD2C54CA-AC84-B047-B198-379928169E11}" destId="{9AB78D1E-CA8A-F441-90A1-7F983FF901A7}" srcOrd="0" destOrd="0" presId="urn:microsoft.com/office/officeart/2005/8/layout/vProcess5"/>
    <dgm:cxn modelId="{E648BA42-5D9B-B940-B7BD-5D5BC05E4694}" type="presParOf" srcId="{CD2C54CA-AC84-B047-B198-379928169E11}" destId="{99E3FECF-60DF-D044-AD6F-36E376F98196}" srcOrd="1" destOrd="0" presId="urn:microsoft.com/office/officeart/2005/8/layout/vProcess5"/>
    <dgm:cxn modelId="{91AD3E86-2759-6F4A-B91C-770E2880A701}" type="presParOf" srcId="{CD2C54CA-AC84-B047-B198-379928169E11}" destId="{C40F07AD-3149-E945-9BA5-50E1896D5DDB}" srcOrd="2" destOrd="0" presId="urn:microsoft.com/office/officeart/2005/8/layout/vProcess5"/>
    <dgm:cxn modelId="{B9977873-0D90-DD49-A718-E80B4019625E}" type="presParOf" srcId="{CD2C54CA-AC84-B047-B198-379928169E11}" destId="{774F1BE2-9446-BE4B-B0A2-C85929365CF6}" srcOrd="3" destOrd="0" presId="urn:microsoft.com/office/officeart/2005/8/layout/vProcess5"/>
    <dgm:cxn modelId="{40CFCB89-2FF2-7444-8D1D-0EFD07792394}" type="presParOf" srcId="{CD2C54CA-AC84-B047-B198-379928169E11}" destId="{49472E01-8A6F-D845-B2D6-5F17C752822C}" srcOrd="4" destOrd="0" presId="urn:microsoft.com/office/officeart/2005/8/layout/vProcess5"/>
    <dgm:cxn modelId="{448FE56D-AD9B-4442-BFA7-C91A5D592A26}" type="presParOf" srcId="{CD2C54CA-AC84-B047-B198-379928169E11}" destId="{1310FCBC-BB0F-E04E-83C3-ED615C659802}" srcOrd="5" destOrd="0" presId="urn:microsoft.com/office/officeart/2005/8/layout/vProcess5"/>
    <dgm:cxn modelId="{C8C0A8F7-76DD-6E48-8657-3DACC52571DD}" type="presParOf" srcId="{CD2C54CA-AC84-B047-B198-379928169E11}" destId="{6C99B521-12D9-AC4A-AD3C-3BDF6ECD35DC}" srcOrd="6" destOrd="0" presId="urn:microsoft.com/office/officeart/2005/8/layout/vProcess5"/>
    <dgm:cxn modelId="{87B139DF-6236-C144-9AF8-F3CA6F9A5708}" type="presParOf" srcId="{CD2C54CA-AC84-B047-B198-379928169E11}" destId="{C56BADE4-AB2A-C94A-A2D0-0DF10CF50960}" srcOrd="7" destOrd="0" presId="urn:microsoft.com/office/officeart/2005/8/layout/vProcess5"/>
    <dgm:cxn modelId="{43BD13B4-4022-F04E-9D70-AF54F13D2635}" type="presParOf" srcId="{CD2C54CA-AC84-B047-B198-379928169E11}" destId="{13B253D5-958A-A14B-8972-BCA84C48AFFD}" srcOrd="8" destOrd="0" presId="urn:microsoft.com/office/officeart/2005/8/layout/vProcess5"/>
    <dgm:cxn modelId="{1007337B-74BA-C44C-BAD7-628102544C96}" type="presParOf" srcId="{CD2C54CA-AC84-B047-B198-379928169E11}" destId="{AB26CF70-CAE5-4C44-999E-75934E157AA6}" srcOrd="9" destOrd="0" presId="urn:microsoft.com/office/officeart/2005/8/layout/vProcess5"/>
    <dgm:cxn modelId="{4210ED9A-01E1-3240-8FFB-8D17A5042111}" type="presParOf" srcId="{CD2C54CA-AC84-B047-B198-379928169E11}" destId="{B7C97495-8F05-124E-BB25-A14EF98155DF}" srcOrd="10" destOrd="0" presId="urn:microsoft.com/office/officeart/2005/8/layout/vProcess5"/>
    <dgm:cxn modelId="{9AF0514C-9740-284E-A574-41DA194E99B9}" type="presParOf" srcId="{CD2C54CA-AC84-B047-B198-379928169E11}" destId="{4715AC63-61DC-D748-BFA7-5374E6A94450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125B7879-4F23-4015-B6EE-A80BADE442A6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4D09B6ED-8EB5-4ECD-B9D5-86EEA3A8FCEA}">
      <dgm:prSet/>
      <dgm:spPr/>
      <dgm:t>
        <a:bodyPr/>
        <a:lstStyle/>
        <a:p>
          <a:r>
            <a:rPr lang="en-US"/>
            <a:t>Logistic Regression: highest recall for minority class</a:t>
          </a:r>
        </a:p>
      </dgm:t>
    </dgm:pt>
    <dgm:pt modelId="{44C2BDC9-CE93-4A1C-8728-B34AA4BB3804}" type="parTrans" cxnId="{CDA92AE9-C92B-44A6-9681-47749BC25127}">
      <dgm:prSet/>
      <dgm:spPr/>
      <dgm:t>
        <a:bodyPr/>
        <a:lstStyle/>
        <a:p>
          <a:endParaRPr lang="en-US"/>
        </a:p>
      </dgm:t>
    </dgm:pt>
    <dgm:pt modelId="{BE9272CF-F979-46E6-B700-F310AE734DBA}" type="sibTrans" cxnId="{CDA92AE9-C92B-44A6-9681-47749BC25127}">
      <dgm:prSet/>
      <dgm:spPr/>
      <dgm:t>
        <a:bodyPr/>
        <a:lstStyle/>
        <a:p>
          <a:endParaRPr lang="en-US"/>
        </a:p>
      </dgm:t>
    </dgm:pt>
    <dgm:pt modelId="{62157ECE-A057-46BE-98F4-DB9F436C2AF8}">
      <dgm:prSet/>
      <dgm:spPr/>
      <dgm:t>
        <a:bodyPr/>
        <a:lstStyle/>
        <a:p>
          <a:r>
            <a:rPr lang="en-US"/>
            <a:t>Tree models: higher accuracy but low recall</a:t>
          </a:r>
        </a:p>
      </dgm:t>
    </dgm:pt>
    <dgm:pt modelId="{569EAF29-862F-4A38-AD6A-BC4C015DF1A0}" type="parTrans" cxnId="{D73185E4-1F34-45B3-8B62-313D810491AD}">
      <dgm:prSet/>
      <dgm:spPr/>
      <dgm:t>
        <a:bodyPr/>
        <a:lstStyle/>
        <a:p>
          <a:endParaRPr lang="en-US"/>
        </a:p>
      </dgm:t>
    </dgm:pt>
    <dgm:pt modelId="{682B7ABC-B40B-4B0B-AE67-E48FBAD1426D}" type="sibTrans" cxnId="{D73185E4-1F34-45B3-8B62-313D810491AD}">
      <dgm:prSet/>
      <dgm:spPr/>
      <dgm:t>
        <a:bodyPr/>
        <a:lstStyle/>
        <a:p>
          <a:endParaRPr lang="en-US"/>
        </a:p>
      </dgm:t>
    </dgm:pt>
    <dgm:pt modelId="{8395A7CA-D1AA-4B0C-8A4B-12545E4C06CD}">
      <dgm:prSet/>
      <dgm:spPr/>
      <dgm:t>
        <a:bodyPr/>
        <a:lstStyle/>
        <a:p>
          <a:r>
            <a:rPr lang="en-US"/>
            <a:t>Gradient Boosting: best ranking performance (ROC-AUC 0.679)</a:t>
          </a:r>
        </a:p>
      </dgm:t>
    </dgm:pt>
    <dgm:pt modelId="{2DAFCBCC-EE3E-4282-BB0C-F6778FBA1EDD}" type="parTrans" cxnId="{3DDB5590-C09D-4753-BB1B-BF3D691242A2}">
      <dgm:prSet/>
      <dgm:spPr/>
      <dgm:t>
        <a:bodyPr/>
        <a:lstStyle/>
        <a:p>
          <a:endParaRPr lang="en-US"/>
        </a:p>
      </dgm:t>
    </dgm:pt>
    <dgm:pt modelId="{7959101E-F783-4107-9E91-F19D8A87895C}" type="sibTrans" cxnId="{3DDB5590-C09D-4753-BB1B-BF3D691242A2}">
      <dgm:prSet/>
      <dgm:spPr/>
      <dgm:t>
        <a:bodyPr/>
        <a:lstStyle/>
        <a:p>
          <a:endParaRPr lang="en-US"/>
        </a:p>
      </dgm:t>
    </dgm:pt>
    <dgm:pt modelId="{BF4B9BEA-EE3B-4044-94B3-02C09A11C051}">
      <dgm:prSet/>
      <dgm:spPr/>
      <dgm:t>
        <a:bodyPr/>
        <a:lstStyle/>
        <a:p>
          <a:r>
            <a:rPr lang="en-US"/>
            <a:t>Tradeoff between recall and precision is critical</a:t>
          </a:r>
        </a:p>
      </dgm:t>
    </dgm:pt>
    <dgm:pt modelId="{15ABD2CB-5D9D-4AB5-9F71-2FF61D514CB3}" type="parTrans" cxnId="{19DD385D-EFB4-40EB-B83B-A980AD046D50}">
      <dgm:prSet/>
      <dgm:spPr/>
      <dgm:t>
        <a:bodyPr/>
        <a:lstStyle/>
        <a:p>
          <a:endParaRPr lang="en-US"/>
        </a:p>
      </dgm:t>
    </dgm:pt>
    <dgm:pt modelId="{5D23AFE3-EAE6-4D74-8995-7C7BBA74831B}" type="sibTrans" cxnId="{19DD385D-EFB4-40EB-B83B-A980AD046D50}">
      <dgm:prSet/>
      <dgm:spPr/>
      <dgm:t>
        <a:bodyPr/>
        <a:lstStyle/>
        <a:p>
          <a:endParaRPr lang="en-US"/>
        </a:p>
      </dgm:t>
    </dgm:pt>
    <dgm:pt modelId="{A42E0B49-38BE-DC47-BF5E-0D20E8B213C1}" type="pres">
      <dgm:prSet presAssocID="{125B7879-4F23-4015-B6EE-A80BADE442A6}" presName="linear" presStyleCnt="0">
        <dgm:presLayoutVars>
          <dgm:animLvl val="lvl"/>
          <dgm:resizeHandles val="exact"/>
        </dgm:presLayoutVars>
      </dgm:prSet>
      <dgm:spPr/>
    </dgm:pt>
    <dgm:pt modelId="{A7A3D91E-78E3-064F-87EF-890DCEED1D75}" type="pres">
      <dgm:prSet presAssocID="{4D09B6ED-8EB5-4ECD-B9D5-86EEA3A8FCE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7EE44C2-D7F7-E745-BF04-1351AC529C15}" type="pres">
      <dgm:prSet presAssocID="{BE9272CF-F979-46E6-B700-F310AE734DBA}" presName="spacer" presStyleCnt="0"/>
      <dgm:spPr/>
    </dgm:pt>
    <dgm:pt modelId="{C8436D31-8DBF-914C-97C5-773B52F0261E}" type="pres">
      <dgm:prSet presAssocID="{62157ECE-A057-46BE-98F4-DB9F436C2AF8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5AA6DBD8-C955-3749-B68B-DAB3A609D74B}" type="pres">
      <dgm:prSet presAssocID="{682B7ABC-B40B-4B0B-AE67-E48FBAD1426D}" presName="spacer" presStyleCnt="0"/>
      <dgm:spPr/>
    </dgm:pt>
    <dgm:pt modelId="{5420DDE0-C41D-3147-98E1-0E4FCD2F4DC5}" type="pres">
      <dgm:prSet presAssocID="{8395A7CA-D1AA-4B0C-8A4B-12545E4C06CD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BD091E8E-DDA4-C344-9B25-C9BA89296D6C}" type="pres">
      <dgm:prSet presAssocID="{7959101E-F783-4107-9E91-F19D8A87895C}" presName="spacer" presStyleCnt="0"/>
      <dgm:spPr/>
    </dgm:pt>
    <dgm:pt modelId="{657479D0-8E30-BD40-BC07-121761011218}" type="pres">
      <dgm:prSet presAssocID="{BF4B9BEA-EE3B-4044-94B3-02C09A11C05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1ED11817-1E16-E048-BB46-4BF8D51F5FA3}" type="presOf" srcId="{125B7879-4F23-4015-B6EE-A80BADE442A6}" destId="{A42E0B49-38BE-DC47-BF5E-0D20E8B213C1}" srcOrd="0" destOrd="0" presId="urn:microsoft.com/office/officeart/2005/8/layout/vList2"/>
    <dgm:cxn modelId="{83A38E39-06ED-064F-A939-273E96C92BC0}" type="presOf" srcId="{4D09B6ED-8EB5-4ECD-B9D5-86EEA3A8FCEA}" destId="{A7A3D91E-78E3-064F-87EF-890DCEED1D75}" srcOrd="0" destOrd="0" presId="urn:microsoft.com/office/officeart/2005/8/layout/vList2"/>
    <dgm:cxn modelId="{7E3A674A-4751-334D-8E4F-28F77C84FFB4}" type="presOf" srcId="{62157ECE-A057-46BE-98F4-DB9F436C2AF8}" destId="{C8436D31-8DBF-914C-97C5-773B52F0261E}" srcOrd="0" destOrd="0" presId="urn:microsoft.com/office/officeart/2005/8/layout/vList2"/>
    <dgm:cxn modelId="{19DD385D-EFB4-40EB-B83B-A980AD046D50}" srcId="{125B7879-4F23-4015-B6EE-A80BADE442A6}" destId="{BF4B9BEA-EE3B-4044-94B3-02C09A11C051}" srcOrd="3" destOrd="0" parTransId="{15ABD2CB-5D9D-4AB5-9F71-2FF61D514CB3}" sibTransId="{5D23AFE3-EAE6-4D74-8995-7C7BBA74831B}"/>
    <dgm:cxn modelId="{3DDB5590-C09D-4753-BB1B-BF3D691242A2}" srcId="{125B7879-4F23-4015-B6EE-A80BADE442A6}" destId="{8395A7CA-D1AA-4B0C-8A4B-12545E4C06CD}" srcOrd="2" destOrd="0" parTransId="{2DAFCBCC-EE3E-4282-BB0C-F6778FBA1EDD}" sibTransId="{7959101E-F783-4107-9E91-F19D8A87895C}"/>
    <dgm:cxn modelId="{4FEFE890-BEEC-2543-9A75-692ADD572755}" type="presOf" srcId="{8395A7CA-D1AA-4B0C-8A4B-12545E4C06CD}" destId="{5420DDE0-C41D-3147-98E1-0E4FCD2F4DC5}" srcOrd="0" destOrd="0" presId="urn:microsoft.com/office/officeart/2005/8/layout/vList2"/>
    <dgm:cxn modelId="{D40CCCA8-0710-094E-A77B-F2111D2A98CC}" type="presOf" srcId="{BF4B9BEA-EE3B-4044-94B3-02C09A11C051}" destId="{657479D0-8E30-BD40-BC07-121761011218}" srcOrd="0" destOrd="0" presId="urn:microsoft.com/office/officeart/2005/8/layout/vList2"/>
    <dgm:cxn modelId="{D73185E4-1F34-45B3-8B62-313D810491AD}" srcId="{125B7879-4F23-4015-B6EE-A80BADE442A6}" destId="{62157ECE-A057-46BE-98F4-DB9F436C2AF8}" srcOrd="1" destOrd="0" parTransId="{569EAF29-862F-4A38-AD6A-BC4C015DF1A0}" sibTransId="{682B7ABC-B40B-4B0B-AE67-E48FBAD1426D}"/>
    <dgm:cxn modelId="{CDA92AE9-C92B-44A6-9681-47749BC25127}" srcId="{125B7879-4F23-4015-B6EE-A80BADE442A6}" destId="{4D09B6ED-8EB5-4ECD-B9D5-86EEA3A8FCEA}" srcOrd="0" destOrd="0" parTransId="{44C2BDC9-CE93-4A1C-8728-B34AA4BB3804}" sibTransId="{BE9272CF-F979-46E6-B700-F310AE734DBA}"/>
    <dgm:cxn modelId="{DD8B7A0C-1520-BF49-B5FE-83F6E6CF1665}" type="presParOf" srcId="{A42E0B49-38BE-DC47-BF5E-0D20E8B213C1}" destId="{A7A3D91E-78E3-064F-87EF-890DCEED1D75}" srcOrd="0" destOrd="0" presId="urn:microsoft.com/office/officeart/2005/8/layout/vList2"/>
    <dgm:cxn modelId="{C80D9938-15E4-3743-AACA-3F1DF527D012}" type="presParOf" srcId="{A42E0B49-38BE-DC47-BF5E-0D20E8B213C1}" destId="{C7EE44C2-D7F7-E745-BF04-1351AC529C15}" srcOrd="1" destOrd="0" presId="urn:microsoft.com/office/officeart/2005/8/layout/vList2"/>
    <dgm:cxn modelId="{021A5454-302E-9841-80C8-EE5FB6A851CC}" type="presParOf" srcId="{A42E0B49-38BE-DC47-BF5E-0D20E8B213C1}" destId="{C8436D31-8DBF-914C-97C5-773B52F0261E}" srcOrd="2" destOrd="0" presId="urn:microsoft.com/office/officeart/2005/8/layout/vList2"/>
    <dgm:cxn modelId="{C903D36B-57A0-A34D-8227-19999973E66B}" type="presParOf" srcId="{A42E0B49-38BE-DC47-BF5E-0D20E8B213C1}" destId="{5AA6DBD8-C955-3749-B68B-DAB3A609D74B}" srcOrd="3" destOrd="0" presId="urn:microsoft.com/office/officeart/2005/8/layout/vList2"/>
    <dgm:cxn modelId="{57AB84F0-7180-8A43-B4D5-6CC2BAB17A09}" type="presParOf" srcId="{A42E0B49-38BE-DC47-BF5E-0D20E8B213C1}" destId="{5420DDE0-C41D-3147-98E1-0E4FCD2F4DC5}" srcOrd="4" destOrd="0" presId="urn:microsoft.com/office/officeart/2005/8/layout/vList2"/>
    <dgm:cxn modelId="{136CC09B-1F0D-5646-BC4A-8B6B8F114445}" type="presParOf" srcId="{A42E0B49-38BE-DC47-BF5E-0D20E8B213C1}" destId="{BD091E8E-DDA4-C344-9B25-C9BA89296D6C}" srcOrd="5" destOrd="0" presId="urn:microsoft.com/office/officeart/2005/8/layout/vList2"/>
    <dgm:cxn modelId="{914D8C66-6CDD-D144-82D4-C8653BF6EEE3}" type="presParOf" srcId="{A42E0B49-38BE-DC47-BF5E-0D20E8B213C1}" destId="{657479D0-8E30-BD40-BC07-121761011218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0D7EB26-5F25-4C9D-AC96-92350D6ACF21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29B1019-0329-41A5-8DE5-9AC7B6758C0B}">
      <dgm:prSet/>
      <dgm:spPr/>
      <dgm:t>
        <a:bodyPr/>
        <a:lstStyle/>
        <a:p>
          <a:r>
            <a:rPr lang="en-US"/>
            <a:t>Gradient Boosting selected as best ranking model</a:t>
          </a:r>
        </a:p>
      </dgm:t>
    </dgm:pt>
    <dgm:pt modelId="{0478E7E8-25B7-4894-AC98-3F93BBF0C0B8}" type="parTrans" cxnId="{1987CCC8-00A9-4739-8193-296D70DDF037}">
      <dgm:prSet/>
      <dgm:spPr/>
      <dgm:t>
        <a:bodyPr/>
        <a:lstStyle/>
        <a:p>
          <a:endParaRPr lang="en-US"/>
        </a:p>
      </dgm:t>
    </dgm:pt>
    <dgm:pt modelId="{C119F70F-9CBF-494A-8AF8-EFC996F96B47}" type="sibTrans" cxnId="{1987CCC8-00A9-4739-8193-296D70DDF037}">
      <dgm:prSet/>
      <dgm:spPr/>
      <dgm:t>
        <a:bodyPr/>
        <a:lstStyle/>
        <a:p>
          <a:endParaRPr lang="en-US"/>
        </a:p>
      </dgm:t>
    </dgm:pt>
    <dgm:pt modelId="{BA82F68C-EBE8-4785-BD2E-337D9DCD16E2}">
      <dgm:prSet/>
      <dgm:spPr/>
      <dgm:t>
        <a:bodyPr/>
        <a:lstStyle/>
        <a:p>
          <a:r>
            <a:rPr lang="en-US"/>
            <a:t>Strong ROC-AUC but weak default recall</a:t>
          </a:r>
        </a:p>
      </dgm:t>
    </dgm:pt>
    <dgm:pt modelId="{FA4C323F-EEC8-445D-8A77-BC27E0E8E8CD}" type="parTrans" cxnId="{F4D223DF-968B-40F1-BBE1-6862F806D9DE}">
      <dgm:prSet/>
      <dgm:spPr/>
      <dgm:t>
        <a:bodyPr/>
        <a:lstStyle/>
        <a:p>
          <a:endParaRPr lang="en-US"/>
        </a:p>
      </dgm:t>
    </dgm:pt>
    <dgm:pt modelId="{E0EEFBDD-9531-405A-8492-1C161DA85A90}" type="sibTrans" cxnId="{F4D223DF-968B-40F1-BBE1-6862F806D9DE}">
      <dgm:prSet/>
      <dgm:spPr/>
      <dgm:t>
        <a:bodyPr/>
        <a:lstStyle/>
        <a:p>
          <a:endParaRPr lang="en-US"/>
        </a:p>
      </dgm:t>
    </dgm:pt>
    <dgm:pt modelId="{86574957-5869-4C39-97C4-DE2E9F4C61EC}">
      <dgm:prSet/>
      <dgm:spPr/>
      <dgm:t>
        <a:bodyPr/>
        <a:lstStyle/>
        <a:p>
          <a:r>
            <a:rPr lang="en-US"/>
            <a:t>Better suited for risk stratification than classification</a:t>
          </a:r>
        </a:p>
      </dgm:t>
    </dgm:pt>
    <dgm:pt modelId="{D1CD239A-F29A-406E-8C9F-8332217893B2}" type="parTrans" cxnId="{07F9FE1D-D521-4FBF-8C5D-6F64C25CE63F}">
      <dgm:prSet/>
      <dgm:spPr/>
      <dgm:t>
        <a:bodyPr/>
        <a:lstStyle/>
        <a:p>
          <a:endParaRPr lang="en-US"/>
        </a:p>
      </dgm:t>
    </dgm:pt>
    <dgm:pt modelId="{63420667-8F1F-4872-B250-951E799929F0}" type="sibTrans" cxnId="{07F9FE1D-D521-4FBF-8C5D-6F64C25CE63F}">
      <dgm:prSet/>
      <dgm:spPr/>
      <dgm:t>
        <a:bodyPr/>
        <a:lstStyle/>
        <a:p>
          <a:endParaRPr lang="en-US"/>
        </a:p>
      </dgm:t>
    </dgm:pt>
    <dgm:pt modelId="{0FD86179-7307-4629-B46F-2F80FC7B1C2F}">
      <dgm:prSet/>
      <dgm:spPr/>
      <dgm:t>
        <a:bodyPr/>
        <a:lstStyle/>
        <a:p>
          <a:r>
            <a:rPr lang="en-US"/>
            <a:t>Requires threshold optimization for deployment</a:t>
          </a:r>
        </a:p>
      </dgm:t>
    </dgm:pt>
    <dgm:pt modelId="{AF0702EE-1953-44B2-A7BE-AA0050432E45}" type="parTrans" cxnId="{043A5F82-74A5-462A-BCBD-9A384FB05BEF}">
      <dgm:prSet/>
      <dgm:spPr/>
      <dgm:t>
        <a:bodyPr/>
        <a:lstStyle/>
        <a:p>
          <a:endParaRPr lang="en-US"/>
        </a:p>
      </dgm:t>
    </dgm:pt>
    <dgm:pt modelId="{5F972109-1C48-4E50-B3F8-216EE3C05571}" type="sibTrans" cxnId="{043A5F82-74A5-462A-BCBD-9A384FB05BEF}">
      <dgm:prSet/>
      <dgm:spPr/>
      <dgm:t>
        <a:bodyPr/>
        <a:lstStyle/>
        <a:p>
          <a:endParaRPr lang="en-US"/>
        </a:p>
      </dgm:t>
    </dgm:pt>
    <dgm:pt modelId="{46362F14-D1D9-A14B-822F-4665A51F7AE2}" type="pres">
      <dgm:prSet presAssocID="{B0D7EB26-5F25-4C9D-AC96-92350D6ACF21}" presName="linear" presStyleCnt="0">
        <dgm:presLayoutVars>
          <dgm:animLvl val="lvl"/>
          <dgm:resizeHandles val="exact"/>
        </dgm:presLayoutVars>
      </dgm:prSet>
      <dgm:spPr/>
    </dgm:pt>
    <dgm:pt modelId="{3ADD7B59-4DD0-9A47-9BD1-BA7CB89153E7}" type="pres">
      <dgm:prSet presAssocID="{E29B1019-0329-41A5-8DE5-9AC7B6758C0B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5958B886-DF3C-6440-BBC8-35F980D091CF}" type="pres">
      <dgm:prSet presAssocID="{C119F70F-9CBF-494A-8AF8-EFC996F96B47}" presName="spacer" presStyleCnt="0"/>
      <dgm:spPr/>
    </dgm:pt>
    <dgm:pt modelId="{DE69CA84-B6FB-494B-BF21-3786D693A526}" type="pres">
      <dgm:prSet presAssocID="{BA82F68C-EBE8-4785-BD2E-337D9DCD16E2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CAC87B1B-7A51-6C4C-B71E-5ABAF90B919B}" type="pres">
      <dgm:prSet presAssocID="{E0EEFBDD-9531-405A-8492-1C161DA85A90}" presName="spacer" presStyleCnt="0"/>
      <dgm:spPr/>
    </dgm:pt>
    <dgm:pt modelId="{34FCB31E-6717-BC45-BEB3-0D2D6AC074BC}" type="pres">
      <dgm:prSet presAssocID="{86574957-5869-4C39-97C4-DE2E9F4C61EC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989A6AD-3BB9-0D46-AC4C-B35B61010A9F}" type="pres">
      <dgm:prSet presAssocID="{63420667-8F1F-4872-B250-951E799929F0}" presName="spacer" presStyleCnt="0"/>
      <dgm:spPr/>
    </dgm:pt>
    <dgm:pt modelId="{F9F4EDC5-3CC4-284A-95E1-935F3AEEBD89}" type="pres">
      <dgm:prSet presAssocID="{0FD86179-7307-4629-B46F-2F80FC7B1C2F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07F9FE1D-D521-4FBF-8C5D-6F64C25CE63F}" srcId="{B0D7EB26-5F25-4C9D-AC96-92350D6ACF21}" destId="{86574957-5869-4C39-97C4-DE2E9F4C61EC}" srcOrd="2" destOrd="0" parTransId="{D1CD239A-F29A-406E-8C9F-8332217893B2}" sibTransId="{63420667-8F1F-4872-B250-951E799929F0}"/>
    <dgm:cxn modelId="{5B257536-E589-DF4A-A691-EEB59C438CA5}" type="presOf" srcId="{86574957-5869-4C39-97C4-DE2E9F4C61EC}" destId="{34FCB31E-6717-BC45-BEB3-0D2D6AC074BC}" srcOrd="0" destOrd="0" presId="urn:microsoft.com/office/officeart/2005/8/layout/vList2"/>
    <dgm:cxn modelId="{2FE8A538-7506-264C-9F99-A9C6988B5096}" type="presOf" srcId="{E29B1019-0329-41A5-8DE5-9AC7B6758C0B}" destId="{3ADD7B59-4DD0-9A47-9BD1-BA7CB89153E7}" srcOrd="0" destOrd="0" presId="urn:microsoft.com/office/officeart/2005/8/layout/vList2"/>
    <dgm:cxn modelId="{53519F75-4C6F-2145-89FD-78972480CD2F}" type="presOf" srcId="{B0D7EB26-5F25-4C9D-AC96-92350D6ACF21}" destId="{46362F14-D1D9-A14B-822F-4665A51F7AE2}" srcOrd="0" destOrd="0" presId="urn:microsoft.com/office/officeart/2005/8/layout/vList2"/>
    <dgm:cxn modelId="{AD933F7B-A39A-CE48-9C9D-A1F0C754C536}" type="presOf" srcId="{0FD86179-7307-4629-B46F-2F80FC7B1C2F}" destId="{F9F4EDC5-3CC4-284A-95E1-935F3AEEBD89}" srcOrd="0" destOrd="0" presId="urn:microsoft.com/office/officeart/2005/8/layout/vList2"/>
    <dgm:cxn modelId="{043A5F82-74A5-462A-BCBD-9A384FB05BEF}" srcId="{B0D7EB26-5F25-4C9D-AC96-92350D6ACF21}" destId="{0FD86179-7307-4629-B46F-2F80FC7B1C2F}" srcOrd="3" destOrd="0" parTransId="{AF0702EE-1953-44B2-A7BE-AA0050432E45}" sibTransId="{5F972109-1C48-4E50-B3F8-216EE3C05571}"/>
    <dgm:cxn modelId="{5BC48F90-50FA-C44A-981E-CF60BD1D727F}" type="presOf" srcId="{BA82F68C-EBE8-4785-BD2E-337D9DCD16E2}" destId="{DE69CA84-B6FB-494B-BF21-3786D693A526}" srcOrd="0" destOrd="0" presId="urn:microsoft.com/office/officeart/2005/8/layout/vList2"/>
    <dgm:cxn modelId="{1987CCC8-00A9-4739-8193-296D70DDF037}" srcId="{B0D7EB26-5F25-4C9D-AC96-92350D6ACF21}" destId="{E29B1019-0329-41A5-8DE5-9AC7B6758C0B}" srcOrd="0" destOrd="0" parTransId="{0478E7E8-25B7-4894-AC98-3F93BBF0C0B8}" sibTransId="{C119F70F-9CBF-494A-8AF8-EFC996F96B47}"/>
    <dgm:cxn modelId="{F4D223DF-968B-40F1-BBE1-6862F806D9DE}" srcId="{B0D7EB26-5F25-4C9D-AC96-92350D6ACF21}" destId="{BA82F68C-EBE8-4785-BD2E-337D9DCD16E2}" srcOrd="1" destOrd="0" parTransId="{FA4C323F-EEC8-445D-8A77-BC27E0E8E8CD}" sibTransId="{E0EEFBDD-9531-405A-8492-1C161DA85A90}"/>
    <dgm:cxn modelId="{A3C02711-2BCB-3B44-ADEA-CA04E886F95D}" type="presParOf" srcId="{46362F14-D1D9-A14B-822F-4665A51F7AE2}" destId="{3ADD7B59-4DD0-9A47-9BD1-BA7CB89153E7}" srcOrd="0" destOrd="0" presId="urn:microsoft.com/office/officeart/2005/8/layout/vList2"/>
    <dgm:cxn modelId="{A66B73C0-7D4F-9D4B-B6DC-4A15096AE387}" type="presParOf" srcId="{46362F14-D1D9-A14B-822F-4665A51F7AE2}" destId="{5958B886-DF3C-6440-BBC8-35F980D091CF}" srcOrd="1" destOrd="0" presId="urn:microsoft.com/office/officeart/2005/8/layout/vList2"/>
    <dgm:cxn modelId="{F6270EBC-46E1-CE40-9DE8-86C738947C38}" type="presParOf" srcId="{46362F14-D1D9-A14B-822F-4665A51F7AE2}" destId="{DE69CA84-B6FB-494B-BF21-3786D693A526}" srcOrd="2" destOrd="0" presId="urn:microsoft.com/office/officeart/2005/8/layout/vList2"/>
    <dgm:cxn modelId="{8677D88A-A5F7-2944-BC8C-633AFB6508B6}" type="presParOf" srcId="{46362F14-D1D9-A14B-822F-4665A51F7AE2}" destId="{CAC87B1B-7A51-6C4C-B71E-5ABAF90B919B}" srcOrd="3" destOrd="0" presId="urn:microsoft.com/office/officeart/2005/8/layout/vList2"/>
    <dgm:cxn modelId="{9B5E5EA8-2C83-FA44-8D11-C3A812C30B53}" type="presParOf" srcId="{46362F14-D1D9-A14B-822F-4665A51F7AE2}" destId="{34FCB31E-6717-BC45-BEB3-0D2D6AC074BC}" srcOrd="4" destOrd="0" presId="urn:microsoft.com/office/officeart/2005/8/layout/vList2"/>
    <dgm:cxn modelId="{64D3DD39-A3AE-8044-8E32-F1F220376714}" type="presParOf" srcId="{46362F14-D1D9-A14B-822F-4665A51F7AE2}" destId="{4989A6AD-3BB9-0D46-AC4C-B35B61010A9F}" srcOrd="5" destOrd="0" presId="urn:microsoft.com/office/officeart/2005/8/layout/vList2"/>
    <dgm:cxn modelId="{B858EEAD-1538-3549-A706-1C83735655B1}" type="presParOf" srcId="{46362F14-D1D9-A14B-822F-4665A51F7AE2}" destId="{F9F4EDC5-3CC4-284A-95E1-935F3AEEBD89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98C363E9-ABBF-4D00-8446-329F4F20979B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97EA38F-C45F-4844-9CE3-4D5E32B74C72}">
      <dgm:prSet/>
      <dgm:spPr/>
      <dgm:t>
        <a:bodyPr/>
        <a:lstStyle/>
        <a:p>
          <a:r>
            <a:rPr lang="en-US"/>
            <a:t>Use model for ranking high-risk patients</a:t>
          </a:r>
        </a:p>
      </dgm:t>
    </dgm:pt>
    <dgm:pt modelId="{FDDF2CDC-FF35-45C4-B7E3-579862250FCA}" type="parTrans" cxnId="{FF95E86F-1229-49B3-B6C3-32F8D70F80FE}">
      <dgm:prSet/>
      <dgm:spPr/>
      <dgm:t>
        <a:bodyPr/>
        <a:lstStyle/>
        <a:p>
          <a:endParaRPr lang="en-US"/>
        </a:p>
      </dgm:t>
    </dgm:pt>
    <dgm:pt modelId="{90DF4849-25E7-4C1E-B1EB-629F59F6CABC}" type="sibTrans" cxnId="{FF95E86F-1229-49B3-B6C3-32F8D70F80FE}">
      <dgm:prSet phldrT="01" phldr="0"/>
      <dgm:spPr/>
      <dgm:t>
        <a:bodyPr/>
        <a:lstStyle/>
        <a:p>
          <a:r>
            <a:rPr lang="en-US"/>
            <a:t>01</a:t>
          </a:r>
        </a:p>
      </dgm:t>
    </dgm:pt>
    <dgm:pt modelId="{9C76C673-CD3C-410B-B9BE-94CD55BAF0B6}">
      <dgm:prSet/>
      <dgm:spPr/>
      <dgm:t>
        <a:bodyPr/>
        <a:lstStyle/>
        <a:p>
          <a:r>
            <a:rPr lang="en-US"/>
            <a:t>Adjust threshold based on intervention capacity</a:t>
          </a:r>
        </a:p>
      </dgm:t>
    </dgm:pt>
    <dgm:pt modelId="{09160797-E493-47BB-A333-E0AF87F014F0}" type="parTrans" cxnId="{02B70BB5-33AF-45BB-8F4E-C5C08F924371}">
      <dgm:prSet/>
      <dgm:spPr/>
      <dgm:t>
        <a:bodyPr/>
        <a:lstStyle/>
        <a:p>
          <a:endParaRPr lang="en-US"/>
        </a:p>
      </dgm:t>
    </dgm:pt>
    <dgm:pt modelId="{5F4D0EB0-2F85-4D1D-969E-61C0B366C81A}" type="sibTrans" cxnId="{02B70BB5-33AF-45BB-8F4E-C5C08F924371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59B27842-4B35-4A70-A3E5-EF5DA55687A0}">
      <dgm:prSet/>
      <dgm:spPr/>
      <dgm:t>
        <a:bodyPr/>
        <a:lstStyle/>
        <a:p>
          <a:r>
            <a:rPr lang="en-US"/>
            <a:t>Prioritize highest-risk cases for follow-up</a:t>
          </a:r>
        </a:p>
      </dgm:t>
    </dgm:pt>
    <dgm:pt modelId="{406F2151-B650-45CB-9BC6-E4E01E856452}" type="parTrans" cxnId="{F36D95E8-D049-4148-861A-AAAFE2746FBA}">
      <dgm:prSet/>
      <dgm:spPr/>
      <dgm:t>
        <a:bodyPr/>
        <a:lstStyle/>
        <a:p>
          <a:endParaRPr lang="en-US"/>
        </a:p>
      </dgm:t>
    </dgm:pt>
    <dgm:pt modelId="{6739509A-4D74-493B-A5D6-3EC8F45B2EE9}" type="sibTrans" cxnId="{F36D95E8-D049-4148-861A-AAAFE2746FBA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71887E9C-EE5F-4CDE-9CE0-7028CBDA372A}">
      <dgm:prSet/>
      <dgm:spPr/>
      <dgm:t>
        <a:bodyPr/>
        <a:lstStyle/>
        <a:p>
          <a:r>
            <a:rPr lang="en-US"/>
            <a:t>Integrate into clinical decision-support workflows</a:t>
          </a:r>
        </a:p>
      </dgm:t>
    </dgm:pt>
    <dgm:pt modelId="{4C92CF7C-0891-4884-9F6B-6B46E0753089}" type="parTrans" cxnId="{E58D2311-3441-4078-B82F-D4FCFDAE6793}">
      <dgm:prSet/>
      <dgm:spPr/>
      <dgm:t>
        <a:bodyPr/>
        <a:lstStyle/>
        <a:p>
          <a:endParaRPr lang="en-US"/>
        </a:p>
      </dgm:t>
    </dgm:pt>
    <dgm:pt modelId="{C3CC34F7-3BC6-4867-B0FB-3D77449D8E00}" type="sibTrans" cxnId="{E58D2311-3441-4078-B82F-D4FCFDAE6793}">
      <dgm:prSet phldrT="04" phldr="0"/>
      <dgm:spPr/>
      <dgm:t>
        <a:bodyPr/>
        <a:lstStyle/>
        <a:p>
          <a:r>
            <a:rPr lang="en-US"/>
            <a:t>04</a:t>
          </a:r>
        </a:p>
      </dgm:t>
    </dgm:pt>
    <dgm:pt modelId="{66403E0F-F254-474C-91A3-DC1EB23DCD93}" type="pres">
      <dgm:prSet presAssocID="{98C363E9-ABBF-4D00-8446-329F4F20979B}" presName="Name0" presStyleCnt="0">
        <dgm:presLayoutVars>
          <dgm:animLvl val="lvl"/>
          <dgm:resizeHandles val="exact"/>
        </dgm:presLayoutVars>
      </dgm:prSet>
      <dgm:spPr/>
    </dgm:pt>
    <dgm:pt modelId="{564DB8CA-5A1F-354F-8FDC-23958FCC1969}" type="pres">
      <dgm:prSet presAssocID="{497EA38F-C45F-4844-9CE3-4D5E32B74C72}" presName="compositeNode" presStyleCnt="0">
        <dgm:presLayoutVars>
          <dgm:bulletEnabled val="1"/>
        </dgm:presLayoutVars>
      </dgm:prSet>
      <dgm:spPr/>
    </dgm:pt>
    <dgm:pt modelId="{81195793-0949-CF4E-A70B-DEEF83DE489D}" type="pres">
      <dgm:prSet presAssocID="{497EA38F-C45F-4844-9CE3-4D5E32B74C72}" presName="bgRect" presStyleLbl="alignNode1" presStyleIdx="0" presStyleCnt="4"/>
      <dgm:spPr/>
    </dgm:pt>
    <dgm:pt modelId="{AAC8273C-1D5C-E640-A471-401A0EEA3E77}" type="pres">
      <dgm:prSet presAssocID="{90DF4849-25E7-4C1E-B1EB-629F59F6CABC}" presName="sibTransNodeRect" presStyleLbl="alignNode1" presStyleIdx="0" presStyleCnt="4">
        <dgm:presLayoutVars>
          <dgm:chMax val="0"/>
          <dgm:bulletEnabled val="1"/>
        </dgm:presLayoutVars>
      </dgm:prSet>
      <dgm:spPr/>
    </dgm:pt>
    <dgm:pt modelId="{1F4B6148-15BD-0D4D-896C-42280F213B9D}" type="pres">
      <dgm:prSet presAssocID="{497EA38F-C45F-4844-9CE3-4D5E32B74C72}" presName="nodeRect" presStyleLbl="alignNode1" presStyleIdx="0" presStyleCnt="4">
        <dgm:presLayoutVars>
          <dgm:bulletEnabled val="1"/>
        </dgm:presLayoutVars>
      </dgm:prSet>
      <dgm:spPr/>
    </dgm:pt>
    <dgm:pt modelId="{E90B073A-C861-994A-8B03-3381C43EFDC6}" type="pres">
      <dgm:prSet presAssocID="{90DF4849-25E7-4C1E-B1EB-629F59F6CABC}" presName="sibTrans" presStyleCnt="0"/>
      <dgm:spPr/>
    </dgm:pt>
    <dgm:pt modelId="{2D694C2D-DF79-6944-B58A-39D05BD61967}" type="pres">
      <dgm:prSet presAssocID="{9C76C673-CD3C-410B-B9BE-94CD55BAF0B6}" presName="compositeNode" presStyleCnt="0">
        <dgm:presLayoutVars>
          <dgm:bulletEnabled val="1"/>
        </dgm:presLayoutVars>
      </dgm:prSet>
      <dgm:spPr/>
    </dgm:pt>
    <dgm:pt modelId="{1C4F4531-DABB-3B47-978B-BA8F76B2E407}" type="pres">
      <dgm:prSet presAssocID="{9C76C673-CD3C-410B-B9BE-94CD55BAF0B6}" presName="bgRect" presStyleLbl="alignNode1" presStyleIdx="1" presStyleCnt="4"/>
      <dgm:spPr/>
    </dgm:pt>
    <dgm:pt modelId="{13C2F004-5067-804E-B124-F0A62CDB0DC5}" type="pres">
      <dgm:prSet presAssocID="{5F4D0EB0-2F85-4D1D-969E-61C0B366C81A}" presName="sibTransNodeRect" presStyleLbl="alignNode1" presStyleIdx="1" presStyleCnt="4">
        <dgm:presLayoutVars>
          <dgm:chMax val="0"/>
          <dgm:bulletEnabled val="1"/>
        </dgm:presLayoutVars>
      </dgm:prSet>
      <dgm:spPr/>
    </dgm:pt>
    <dgm:pt modelId="{ADC615A8-7CA7-6040-99AE-25BBD2A861C2}" type="pres">
      <dgm:prSet presAssocID="{9C76C673-CD3C-410B-B9BE-94CD55BAF0B6}" presName="nodeRect" presStyleLbl="alignNode1" presStyleIdx="1" presStyleCnt="4">
        <dgm:presLayoutVars>
          <dgm:bulletEnabled val="1"/>
        </dgm:presLayoutVars>
      </dgm:prSet>
      <dgm:spPr/>
    </dgm:pt>
    <dgm:pt modelId="{F5FB174A-16FD-704C-A95D-3F9D4599450B}" type="pres">
      <dgm:prSet presAssocID="{5F4D0EB0-2F85-4D1D-969E-61C0B366C81A}" presName="sibTrans" presStyleCnt="0"/>
      <dgm:spPr/>
    </dgm:pt>
    <dgm:pt modelId="{62ACDBBF-18FA-5D40-8593-DA722A5DD30C}" type="pres">
      <dgm:prSet presAssocID="{59B27842-4B35-4A70-A3E5-EF5DA55687A0}" presName="compositeNode" presStyleCnt="0">
        <dgm:presLayoutVars>
          <dgm:bulletEnabled val="1"/>
        </dgm:presLayoutVars>
      </dgm:prSet>
      <dgm:spPr/>
    </dgm:pt>
    <dgm:pt modelId="{D253D781-AF16-5C42-95CE-E9A59FE8D42F}" type="pres">
      <dgm:prSet presAssocID="{59B27842-4B35-4A70-A3E5-EF5DA55687A0}" presName="bgRect" presStyleLbl="alignNode1" presStyleIdx="2" presStyleCnt="4"/>
      <dgm:spPr/>
    </dgm:pt>
    <dgm:pt modelId="{73752A00-80DF-964B-9D52-4B6A9755B4AE}" type="pres">
      <dgm:prSet presAssocID="{6739509A-4D74-493B-A5D6-3EC8F45B2EE9}" presName="sibTransNodeRect" presStyleLbl="alignNode1" presStyleIdx="2" presStyleCnt="4">
        <dgm:presLayoutVars>
          <dgm:chMax val="0"/>
          <dgm:bulletEnabled val="1"/>
        </dgm:presLayoutVars>
      </dgm:prSet>
      <dgm:spPr/>
    </dgm:pt>
    <dgm:pt modelId="{06B60A3C-6141-854A-AD0F-A2554673ABA7}" type="pres">
      <dgm:prSet presAssocID="{59B27842-4B35-4A70-A3E5-EF5DA55687A0}" presName="nodeRect" presStyleLbl="alignNode1" presStyleIdx="2" presStyleCnt="4">
        <dgm:presLayoutVars>
          <dgm:bulletEnabled val="1"/>
        </dgm:presLayoutVars>
      </dgm:prSet>
      <dgm:spPr/>
    </dgm:pt>
    <dgm:pt modelId="{ABD486D7-FF74-8F4C-BA7A-A6E674F72F5C}" type="pres">
      <dgm:prSet presAssocID="{6739509A-4D74-493B-A5D6-3EC8F45B2EE9}" presName="sibTrans" presStyleCnt="0"/>
      <dgm:spPr/>
    </dgm:pt>
    <dgm:pt modelId="{210C92DC-BE64-3943-BDDF-83E4C0577573}" type="pres">
      <dgm:prSet presAssocID="{71887E9C-EE5F-4CDE-9CE0-7028CBDA372A}" presName="compositeNode" presStyleCnt="0">
        <dgm:presLayoutVars>
          <dgm:bulletEnabled val="1"/>
        </dgm:presLayoutVars>
      </dgm:prSet>
      <dgm:spPr/>
    </dgm:pt>
    <dgm:pt modelId="{19A8F401-2050-CA4E-BA05-792AF152B0C4}" type="pres">
      <dgm:prSet presAssocID="{71887E9C-EE5F-4CDE-9CE0-7028CBDA372A}" presName="bgRect" presStyleLbl="alignNode1" presStyleIdx="3" presStyleCnt="4"/>
      <dgm:spPr/>
    </dgm:pt>
    <dgm:pt modelId="{A4C3013B-AC91-2D47-AFA7-D9C42B9A9C2A}" type="pres">
      <dgm:prSet presAssocID="{C3CC34F7-3BC6-4867-B0FB-3D77449D8E00}" presName="sibTransNodeRect" presStyleLbl="alignNode1" presStyleIdx="3" presStyleCnt="4">
        <dgm:presLayoutVars>
          <dgm:chMax val="0"/>
          <dgm:bulletEnabled val="1"/>
        </dgm:presLayoutVars>
      </dgm:prSet>
      <dgm:spPr/>
    </dgm:pt>
    <dgm:pt modelId="{3169FB9D-84DD-8C42-95D2-5ACC08F7310C}" type="pres">
      <dgm:prSet presAssocID="{71887E9C-EE5F-4CDE-9CE0-7028CBDA372A}" presName="nodeRect" presStyleLbl="alignNode1" presStyleIdx="3" presStyleCnt="4">
        <dgm:presLayoutVars>
          <dgm:bulletEnabled val="1"/>
        </dgm:presLayoutVars>
      </dgm:prSet>
      <dgm:spPr/>
    </dgm:pt>
  </dgm:ptLst>
  <dgm:cxnLst>
    <dgm:cxn modelId="{0BDA6705-409C-C842-B8AF-925415987D77}" type="presOf" srcId="{C3CC34F7-3BC6-4867-B0FB-3D77449D8E00}" destId="{A4C3013B-AC91-2D47-AFA7-D9C42B9A9C2A}" srcOrd="0" destOrd="0" presId="urn:microsoft.com/office/officeart/2016/7/layout/LinearBlockProcessNumbered"/>
    <dgm:cxn modelId="{E58D2311-3441-4078-B82F-D4FCFDAE6793}" srcId="{98C363E9-ABBF-4D00-8446-329F4F20979B}" destId="{71887E9C-EE5F-4CDE-9CE0-7028CBDA372A}" srcOrd="3" destOrd="0" parTransId="{4C92CF7C-0891-4884-9F6B-6B46E0753089}" sibTransId="{C3CC34F7-3BC6-4867-B0FB-3D77449D8E00}"/>
    <dgm:cxn modelId="{6166A238-1224-2A40-9485-EB06D27575B5}" type="presOf" srcId="{9C76C673-CD3C-410B-B9BE-94CD55BAF0B6}" destId="{ADC615A8-7CA7-6040-99AE-25BBD2A861C2}" srcOrd="1" destOrd="0" presId="urn:microsoft.com/office/officeart/2016/7/layout/LinearBlockProcessNumbered"/>
    <dgm:cxn modelId="{FA8C2945-9493-FB4A-AFC4-E1F199299E11}" type="presOf" srcId="{5F4D0EB0-2F85-4D1D-969E-61C0B366C81A}" destId="{13C2F004-5067-804E-B124-F0A62CDB0DC5}" srcOrd="0" destOrd="0" presId="urn:microsoft.com/office/officeart/2016/7/layout/LinearBlockProcessNumbered"/>
    <dgm:cxn modelId="{FF95E86F-1229-49B3-B6C3-32F8D70F80FE}" srcId="{98C363E9-ABBF-4D00-8446-329F4F20979B}" destId="{497EA38F-C45F-4844-9CE3-4D5E32B74C72}" srcOrd="0" destOrd="0" parTransId="{FDDF2CDC-FF35-45C4-B7E3-579862250FCA}" sibTransId="{90DF4849-25E7-4C1E-B1EB-629F59F6CABC}"/>
    <dgm:cxn modelId="{AA8C1475-123F-874E-B731-16A0504DDA79}" type="presOf" srcId="{71887E9C-EE5F-4CDE-9CE0-7028CBDA372A}" destId="{3169FB9D-84DD-8C42-95D2-5ACC08F7310C}" srcOrd="1" destOrd="0" presId="urn:microsoft.com/office/officeart/2016/7/layout/LinearBlockProcessNumbered"/>
    <dgm:cxn modelId="{02470177-E9C2-574A-BD79-22DCC96A5A3F}" type="presOf" srcId="{90DF4849-25E7-4C1E-B1EB-629F59F6CABC}" destId="{AAC8273C-1D5C-E640-A471-401A0EEA3E77}" srcOrd="0" destOrd="0" presId="urn:microsoft.com/office/officeart/2016/7/layout/LinearBlockProcessNumbered"/>
    <dgm:cxn modelId="{B9EF0977-28DB-6E41-9EAF-8E96C586C301}" type="presOf" srcId="{6739509A-4D74-493B-A5D6-3EC8F45B2EE9}" destId="{73752A00-80DF-964B-9D52-4B6A9755B4AE}" srcOrd="0" destOrd="0" presId="urn:microsoft.com/office/officeart/2016/7/layout/LinearBlockProcessNumbered"/>
    <dgm:cxn modelId="{47E55B7D-CFB9-1A4A-B92F-063CAFE7E5CB}" type="presOf" srcId="{9C76C673-CD3C-410B-B9BE-94CD55BAF0B6}" destId="{1C4F4531-DABB-3B47-978B-BA8F76B2E407}" srcOrd="0" destOrd="0" presId="urn:microsoft.com/office/officeart/2016/7/layout/LinearBlockProcessNumbered"/>
    <dgm:cxn modelId="{C0016B7E-A77D-A24D-9A23-93C1A4D00A40}" type="presOf" srcId="{71887E9C-EE5F-4CDE-9CE0-7028CBDA372A}" destId="{19A8F401-2050-CA4E-BA05-792AF152B0C4}" srcOrd="0" destOrd="0" presId="urn:microsoft.com/office/officeart/2016/7/layout/LinearBlockProcessNumbered"/>
    <dgm:cxn modelId="{5B203993-4180-5548-BB5A-709EE39AEFEE}" type="presOf" srcId="{98C363E9-ABBF-4D00-8446-329F4F20979B}" destId="{66403E0F-F254-474C-91A3-DC1EB23DCD93}" srcOrd="0" destOrd="0" presId="urn:microsoft.com/office/officeart/2016/7/layout/LinearBlockProcessNumbered"/>
    <dgm:cxn modelId="{1B92679D-D981-6C40-8F16-9C45A431181A}" type="presOf" srcId="{497EA38F-C45F-4844-9CE3-4D5E32B74C72}" destId="{81195793-0949-CF4E-A70B-DEEF83DE489D}" srcOrd="0" destOrd="0" presId="urn:microsoft.com/office/officeart/2016/7/layout/LinearBlockProcessNumbered"/>
    <dgm:cxn modelId="{02B70BB5-33AF-45BB-8F4E-C5C08F924371}" srcId="{98C363E9-ABBF-4D00-8446-329F4F20979B}" destId="{9C76C673-CD3C-410B-B9BE-94CD55BAF0B6}" srcOrd="1" destOrd="0" parTransId="{09160797-E493-47BB-A333-E0AF87F014F0}" sibTransId="{5F4D0EB0-2F85-4D1D-969E-61C0B366C81A}"/>
    <dgm:cxn modelId="{7E1DD3C7-F60F-C040-B913-2B6916A42B02}" type="presOf" srcId="{59B27842-4B35-4A70-A3E5-EF5DA55687A0}" destId="{D253D781-AF16-5C42-95CE-E9A59FE8D42F}" srcOrd="0" destOrd="0" presId="urn:microsoft.com/office/officeart/2016/7/layout/LinearBlockProcessNumbered"/>
    <dgm:cxn modelId="{30EDA4D4-5BE5-BF47-A25F-1A6201634436}" type="presOf" srcId="{59B27842-4B35-4A70-A3E5-EF5DA55687A0}" destId="{06B60A3C-6141-854A-AD0F-A2554673ABA7}" srcOrd="1" destOrd="0" presId="urn:microsoft.com/office/officeart/2016/7/layout/LinearBlockProcessNumbered"/>
    <dgm:cxn modelId="{BADB69E0-1CFE-BD42-86B8-2F3F65E99028}" type="presOf" srcId="{497EA38F-C45F-4844-9CE3-4D5E32B74C72}" destId="{1F4B6148-15BD-0D4D-896C-42280F213B9D}" srcOrd="1" destOrd="0" presId="urn:microsoft.com/office/officeart/2016/7/layout/LinearBlockProcessNumbered"/>
    <dgm:cxn modelId="{F36D95E8-D049-4148-861A-AAAFE2746FBA}" srcId="{98C363E9-ABBF-4D00-8446-329F4F20979B}" destId="{59B27842-4B35-4A70-A3E5-EF5DA55687A0}" srcOrd="2" destOrd="0" parTransId="{406F2151-B650-45CB-9BC6-E4E01E856452}" sibTransId="{6739509A-4D74-493B-A5D6-3EC8F45B2EE9}"/>
    <dgm:cxn modelId="{9E018775-64AE-8B42-B2A2-2AE5F5F8D856}" type="presParOf" srcId="{66403E0F-F254-474C-91A3-DC1EB23DCD93}" destId="{564DB8CA-5A1F-354F-8FDC-23958FCC1969}" srcOrd="0" destOrd="0" presId="urn:microsoft.com/office/officeart/2016/7/layout/LinearBlockProcessNumbered"/>
    <dgm:cxn modelId="{516D071F-B95E-7645-AA6C-0D8A484CEFC7}" type="presParOf" srcId="{564DB8CA-5A1F-354F-8FDC-23958FCC1969}" destId="{81195793-0949-CF4E-A70B-DEEF83DE489D}" srcOrd="0" destOrd="0" presId="urn:microsoft.com/office/officeart/2016/7/layout/LinearBlockProcessNumbered"/>
    <dgm:cxn modelId="{EFDDA6E9-A08D-C340-9A50-A90B6251E298}" type="presParOf" srcId="{564DB8CA-5A1F-354F-8FDC-23958FCC1969}" destId="{AAC8273C-1D5C-E640-A471-401A0EEA3E77}" srcOrd="1" destOrd="0" presId="urn:microsoft.com/office/officeart/2016/7/layout/LinearBlockProcessNumbered"/>
    <dgm:cxn modelId="{71DD6814-0B12-9F46-8B95-7554362D6C83}" type="presParOf" srcId="{564DB8CA-5A1F-354F-8FDC-23958FCC1969}" destId="{1F4B6148-15BD-0D4D-896C-42280F213B9D}" srcOrd="2" destOrd="0" presId="urn:microsoft.com/office/officeart/2016/7/layout/LinearBlockProcessNumbered"/>
    <dgm:cxn modelId="{795939BF-847D-8F48-8902-EE1720950E7E}" type="presParOf" srcId="{66403E0F-F254-474C-91A3-DC1EB23DCD93}" destId="{E90B073A-C861-994A-8B03-3381C43EFDC6}" srcOrd="1" destOrd="0" presId="urn:microsoft.com/office/officeart/2016/7/layout/LinearBlockProcessNumbered"/>
    <dgm:cxn modelId="{56037D8C-0061-CA4F-A0EF-F94A99302398}" type="presParOf" srcId="{66403E0F-F254-474C-91A3-DC1EB23DCD93}" destId="{2D694C2D-DF79-6944-B58A-39D05BD61967}" srcOrd="2" destOrd="0" presId="urn:microsoft.com/office/officeart/2016/7/layout/LinearBlockProcessNumbered"/>
    <dgm:cxn modelId="{7FDB96AC-4E55-2F47-8B25-E34AB34BA1EC}" type="presParOf" srcId="{2D694C2D-DF79-6944-B58A-39D05BD61967}" destId="{1C4F4531-DABB-3B47-978B-BA8F76B2E407}" srcOrd="0" destOrd="0" presId="urn:microsoft.com/office/officeart/2016/7/layout/LinearBlockProcessNumbered"/>
    <dgm:cxn modelId="{E3CA70FA-30D7-BC4C-829A-9FDC37A9D03B}" type="presParOf" srcId="{2D694C2D-DF79-6944-B58A-39D05BD61967}" destId="{13C2F004-5067-804E-B124-F0A62CDB0DC5}" srcOrd="1" destOrd="0" presId="urn:microsoft.com/office/officeart/2016/7/layout/LinearBlockProcessNumbered"/>
    <dgm:cxn modelId="{59419AA2-8224-694A-8B58-3FB3C1D0CC80}" type="presParOf" srcId="{2D694C2D-DF79-6944-B58A-39D05BD61967}" destId="{ADC615A8-7CA7-6040-99AE-25BBD2A861C2}" srcOrd="2" destOrd="0" presId="urn:microsoft.com/office/officeart/2016/7/layout/LinearBlockProcessNumbered"/>
    <dgm:cxn modelId="{3B6F0591-4D0A-C242-941D-68161D14E9C8}" type="presParOf" srcId="{66403E0F-F254-474C-91A3-DC1EB23DCD93}" destId="{F5FB174A-16FD-704C-A95D-3F9D4599450B}" srcOrd="3" destOrd="0" presId="urn:microsoft.com/office/officeart/2016/7/layout/LinearBlockProcessNumbered"/>
    <dgm:cxn modelId="{0CBAB456-B921-4F49-863E-35826A4A3C7B}" type="presParOf" srcId="{66403E0F-F254-474C-91A3-DC1EB23DCD93}" destId="{62ACDBBF-18FA-5D40-8593-DA722A5DD30C}" srcOrd="4" destOrd="0" presId="urn:microsoft.com/office/officeart/2016/7/layout/LinearBlockProcessNumbered"/>
    <dgm:cxn modelId="{3E5FDAB1-5C6B-6545-8081-F90C3A12A391}" type="presParOf" srcId="{62ACDBBF-18FA-5D40-8593-DA722A5DD30C}" destId="{D253D781-AF16-5C42-95CE-E9A59FE8D42F}" srcOrd="0" destOrd="0" presId="urn:microsoft.com/office/officeart/2016/7/layout/LinearBlockProcessNumbered"/>
    <dgm:cxn modelId="{A1057329-CD21-9348-A447-557E619C6107}" type="presParOf" srcId="{62ACDBBF-18FA-5D40-8593-DA722A5DD30C}" destId="{73752A00-80DF-964B-9D52-4B6A9755B4AE}" srcOrd="1" destOrd="0" presId="urn:microsoft.com/office/officeart/2016/7/layout/LinearBlockProcessNumbered"/>
    <dgm:cxn modelId="{2D730C9C-D4F3-B242-84B3-A1ED73BFBD9E}" type="presParOf" srcId="{62ACDBBF-18FA-5D40-8593-DA722A5DD30C}" destId="{06B60A3C-6141-854A-AD0F-A2554673ABA7}" srcOrd="2" destOrd="0" presId="urn:microsoft.com/office/officeart/2016/7/layout/LinearBlockProcessNumbered"/>
    <dgm:cxn modelId="{375C9F21-7C75-4949-8D1F-639CE379A478}" type="presParOf" srcId="{66403E0F-F254-474C-91A3-DC1EB23DCD93}" destId="{ABD486D7-FF74-8F4C-BA7A-A6E674F72F5C}" srcOrd="5" destOrd="0" presId="urn:microsoft.com/office/officeart/2016/7/layout/LinearBlockProcessNumbered"/>
    <dgm:cxn modelId="{C9050791-6785-6E40-A92B-202F3E2DD328}" type="presParOf" srcId="{66403E0F-F254-474C-91A3-DC1EB23DCD93}" destId="{210C92DC-BE64-3943-BDDF-83E4C0577573}" srcOrd="6" destOrd="0" presId="urn:microsoft.com/office/officeart/2016/7/layout/LinearBlockProcessNumbered"/>
    <dgm:cxn modelId="{B31C0902-F901-3C4F-ACEE-2479E1F7C073}" type="presParOf" srcId="{210C92DC-BE64-3943-BDDF-83E4C0577573}" destId="{19A8F401-2050-CA4E-BA05-792AF152B0C4}" srcOrd="0" destOrd="0" presId="urn:microsoft.com/office/officeart/2016/7/layout/LinearBlockProcessNumbered"/>
    <dgm:cxn modelId="{6B64B0C7-7A9A-C242-8605-51CDEF64826F}" type="presParOf" srcId="{210C92DC-BE64-3943-BDDF-83E4C0577573}" destId="{A4C3013B-AC91-2D47-AFA7-D9C42B9A9C2A}" srcOrd="1" destOrd="0" presId="urn:microsoft.com/office/officeart/2016/7/layout/LinearBlockProcessNumbered"/>
    <dgm:cxn modelId="{846B797B-F40A-9E41-9719-0C8109D374C0}" type="presParOf" srcId="{210C92DC-BE64-3943-BDDF-83E4C0577573}" destId="{3169FB9D-84DD-8C42-95D2-5ACC08F7310C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9286F95-A820-4D55-9FEA-30A966D5773A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F41A8A37-54F1-48D6-91E6-FA10362F0AC2}">
      <dgm:prSet/>
      <dgm:spPr/>
      <dgm:t>
        <a:bodyPr/>
        <a:lstStyle/>
        <a:p>
          <a:r>
            <a:rPr lang="en-US"/>
            <a:t>Severe class imbalance impacts recall</a:t>
          </a:r>
        </a:p>
      </dgm:t>
    </dgm:pt>
    <dgm:pt modelId="{DEE31420-5328-4B35-8047-9392B2EB9D12}" type="parTrans" cxnId="{DB40C715-B214-4318-8F9C-74AA5022E1D9}">
      <dgm:prSet/>
      <dgm:spPr/>
      <dgm:t>
        <a:bodyPr/>
        <a:lstStyle/>
        <a:p>
          <a:endParaRPr lang="en-US"/>
        </a:p>
      </dgm:t>
    </dgm:pt>
    <dgm:pt modelId="{A61EAB76-CA9E-47EA-A5FA-152381636ECA}" type="sibTrans" cxnId="{DB40C715-B214-4318-8F9C-74AA5022E1D9}">
      <dgm:prSet/>
      <dgm:spPr/>
      <dgm:t>
        <a:bodyPr/>
        <a:lstStyle/>
        <a:p>
          <a:endParaRPr lang="en-US"/>
        </a:p>
      </dgm:t>
    </dgm:pt>
    <dgm:pt modelId="{E8267632-35FC-4A99-AFB1-2E5B372F763F}">
      <dgm:prSet/>
      <dgm:spPr/>
      <dgm:t>
        <a:bodyPr/>
        <a:lstStyle/>
        <a:p>
          <a:r>
            <a:rPr lang="en-US"/>
            <a:t>Limited feature scope (no temporal data)</a:t>
          </a:r>
        </a:p>
      </dgm:t>
    </dgm:pt>
    <dgm:pt modelId="{200882F1-BB2E-442E-873B-8746F7B2C91A}" type="parTrans" cxnId="{899890CC-E2E3-4537-AED2-990EFAC5A952}">
      <dgm:prSet/>
      <dgm:spPr/>
      <dgm:t>
        <a:bodyPr/>
        <a:lstStyle/>
        <a:p>
          <a:endParaRPr lang="en-US"/>
        </a:p>
      </dgm:t>
    </dgm:pt>
    <dgm:pt modelId="{9E1C6602-2A11-414A-8CC6-0F1AAD1D249F}" type="sibTrans" cxnId="{899890CC-E2E3-4537-AED2-990EFAC5A952}">
      <dgm:prSet/>
      <dgm:spPr/>
      <dgm:t>
        <a:bodyPr/>
        <a:lstStyle/>
        <a:p>
          <a:endParaRPr lang="en-US"/>
        </a:p>
      </dgm:t>
    </dgm:pt>
    <dgm:pt modelId="{F8DA2FB2-5ED8-4342-84C7-C6F8A14DF0B6}">
      <dgm:prSet/>
      <dgm:spPr/>
      <dgm:t>
        <a:bodyPr/>
        <a:lstStyle/>
        <a:p>
          <a:r>
            <a:rPr lang="en-US"/>
            <a:t>Default threshold not optimized</a:t>
          </a:r>
        </a:p>
      </dgm:t>
    </dgm:pt>
    <dgm:pt modelId="{BED86937-2461-4503-AB02-4D49171DC9B6}" type="parTrans" cxnId="{BCC3F153-2586-47F8-B784-D7D3DC32F425}">
      <dgm:prSet/>
      <dgm:spPr/>
      <dgm:t>
        <a:bodyPr/>
        <a:lstStyle/>
        <a:p>
          <a:endParaRPr lang="en-US"/>
        </a:p>
      </dgm:t>
    </dgm:pt>
    <dgm:pt modelId="{6354133B-7A30-43D1-A70E-87B510D24530}" type="sibTrans" cxnId="{BCC3F153-2586-47F8-B784-D7D3DC32F425}">
      <dgm:prSet/>
      <dgm:spPr/>
      <dgm:t>
        <a:bodyPr/>
        <a:lstStyle/>
        <a:p>
          <a:endParaRPr lang="en-US"/>
        </a:p>
      </dgm:t>
    </dgm:pt>
    <dgm:pt modelId="{B20ED24F-51A9-40BF-873C-0151CC651502}">
      <dgm:prSet/>
      <dgm:spPr/>
      <dgm:t>
        <a:bodyPr/>
        <a:lstStyle/>
        <a:p>
          <a:r>
            <a:rPr lang="en-US"/>
            <a:t>Not yet deployment-ready</a:t>
          </a:r>
        </a:p>
      </dgm:t>
    </dgm:pt>
    <dgm:pt modelId="{28AC260B-936A-4B04-907F-2445B0DA91D7}" type="parTrans" cxnId="{3CB002CC-0135-4D4D-8480-79D91B97977C}">
      <dgm:prSet/>
      <dgm:spPr/>
      <dgm:t>
        <a:bodyPr/>
        <a:lstStyle/>
        <a:p>
          <a:endParaRPr lang="en-US"/>
        </a:p>
      </dgm:t>
    </dgm:pt>
    <dgm:pt modelId="{5685414F-2F43-430E-884D-7BCB996897EC}" type="sibTrans" cxnId="{3CB002CC-0135-4D4D-8480-79D91B97977C}">
      <dgm:prSet/>
      <dgm:spPr/>
      <dgm:t>
        <a:bodyPr/>
        <a:lstStyle/>
        <a:p>
          <a:endParaRPr lang="en-US"/>
        </a:p>
      </dgm:t>
    </dgm:pt>
    <dgm:pt modelId="{43CE2F74-BE76-FB47-B3BE-D04163023797}" type="pres">
      <dgm:prSet presAssocID="{C9286F95-A820-4D55-9FEA-30A966D5773A}" presName="linear" presStyleCnt="0">
        <dgm:presLayoutVars>
          <dgm:animLvl val="lvl"/>
          <dgm:resizeHandles val="exact"/>
        </dgm:presLayoutVars>
      </dgm:prSet>
      <dgm:spPr/>
    </dgm:pt>
    <dgm:pt modelId="{9546E865-3560-7143-8611-B44FBEFBC028}" type="pres">
      <dgm:prSet presAssocID="{F41A8A37-54F1-48D6-91E6-FA10362F0AC2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37D5C31A-15F8-D346-A343-4C53CD102B1E}" type="pres">
      <dgm:prSet presAssocID="{A61EAB76-CA9E-47EA-A5FA-152381636ECA}" presName="spacer" presStyleCnt="0"/>
      <dgm:spPr/>
    </dgm:pt>
    <dgm:pt modelId="{0B5FA824-4C53-F348-96BE-C2B82576595F}" type="pres">
      <dgm:prSet presAssocID="{E8267632-35FC-4A99-AFB1-2E5B372F763F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78D7B86E-F381-D748-ADAD-22068227F970}" type="pres">
      <dgm:prSet presAssocID="{9E1C6602-2A11-414A-8CC6-0F1AAD1D249F}" presName="spacer" presStyleCnt="0"/>
      <dgm:spPr/>
    </dgm:pt>
    <dgm:pt modelId="{60985C7A-C615-634C-8C42-888715EC1D00}" type="pres">
      <dgm:prSet presAssocID="{F8DA2FB2-5ED8-4342-84C7-C6F8A14DF0B6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F67FA17D-B017-394B-9E12-2C5246B64496}" type="pres">
      <dgm:prSet presAssocID="{6354133B-7A30-43D1-A70E-87B510D24530}" presName="spacer" presStyleCnt="0"/>
      <dgm:spPr/>
    </dgm:pt>
    <dgm:pt modelId="{AB98C15E-D818-444E-964A-2C07B10DF9D4}" type="pres">
      <dgm:prSet presAssocID="{B20ED24F-51A9-40BF-873C-0151CC651502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DB40C715-B214-4318-8F9C-74AA5022E1D9}" srcId="{C9286F95-A820-4D55-9FEA-30A966D5773A}" destId="{F41A8A37-54F1-48D6-91E6-FA10362F0AC2}" srcOrd="0" destOrd="0" parTransId="{DEE31420-5328-4B35-8047-9392B2EB9D12}" sibTransId="{A61EAB76-CA9E-47EA-A5FA-152381636ECA}"/>
    <dgm:cxn modelId="{F690FD4C-3375-8549-B8D6-77555ED52854}" type="presOf" srcId="{F41A8A37-54F1-48D6-91E6-FA10362F0AC2}" destId="{9546E865-3560-7143-8611-B44FBEFBC028}" srcOrd="0" destOrd="0" presId="urn:microsoft.com/office/officeart/2005/8/layout/vList2"/>
    <dgm:cxn modelId="{BCC3F153-2586-47F8-B784-D7D3DC32F425}" srcId="{C9286F95-A820-4D55-9FEA-30A966D5773A}" destId="{F8DA2FB2-5ED8-4342-84C7-C6F8A14DF0B6}" srcOrd="2" destOrd="0" parTransId="{BED86937-2461-4503-AB02-4D49171DC9B6}" sibTransId="{6354133B-7A30-43D1-A70E-87B510D24530}"/>
    <dgm:cxn modelId="{9D09B996-41DF-FB4C-8836-FD7D66529F57}" type="presOf" srcId="{B20ED24F-51A9-40BF-873C-0151CC651502}" destId="{AB98C15E-D818-444E-964A-2C07B10DF9D4}" srcOrd="0" destOrd="0" presId="urn:microsoft.com/office/officeart/2005/8/layout/vList2"/>
    <dgm:cxn modelId="{816FD0A0-3EF8-D446-B9FD-DA28EDAB1A3A}" type="presOf" srcId="{E8267632-35FC-4A99-AFB1-2E5B372F763F}" destId="{0B5FA824-4C53-F348-96BE-C2B82576595F}" srcOrd="0" destOrd="0" presId="urn:microsoft.com/office/officeart/2005/8/layout/vList2"/>
    <dgm:cxn modelId="{A0261BA4-E671-3045-AF2C-7E8880CD4074}" type="presOf" srcId="{C9286F95-A820-4D55-9FEA-30A966D5773A}" destId="{43CE2F74-BE76-FB47-B3BE-D04163023797}" srcOrd="0" destOrd="0" presId="urn:microsoft.com/office/officeart/2005/8/layout/vList2"/>
    <dgm:cxn modelId="{3CB002CC-0135-4D4D-8480-79D91B97977C}" srcId="{C9286F95-A820-4D55-9FEA-30A966D5773A}" destId="{B20ED24F-51A9-40BF-873C-0151CC651502}" srcOrd="3" destOrd="0" parTransId="{28AC260B-936A-4B04-907F-2445B0DA91D7}" sibTransId="{5685414F-2F43-430E-884D-7BCB996897EC}"/>
    <dgm:cxn modelId="{899890CC-E2E3-4537-AED2-990EFAC5A952}" srcId="{C9286F95-A820-4D55-9FEA-30A966D5773A}" destId="{E8267632-35FC-4A99-AFB1-2E5B372F763F}" srcOrd="1" destOrd="0" parTransId="{200882F1-BB2E-442E-873B-8746F7B2C91A}" sibTransId="{9E1C6602-2A11-414A-8CC6-0F1AAD1D249F}"/>
    <dgm:cxn modelId="{5C2140DD-353E-984C-8770-0679B8E1EACF}" type="presOf" srcId="{F8DA2FB2-5ED8-4342-84C7-C6F8A14DF0B6}" destId="{60985C7A-C615-634C-8C42-888715EC1D00}" srcOrd="0" destOrd="0" presId="urn:microsoft.com/office/officeart/2005/8/layout/vList2"/>
    <dgm:cxn modelId="{545348AB-A393-0C4D-87EA-562AF9C7A31F}" type="presParOf" srcId="{43CE2F74-BE76-FB47-B3BE-D04163023797}" destId="{9546E865-3560-7143-8611-B44FBEFBC028}" srcOrd="0" destOrd="0" presId="urn:microsoft.com/office/officeart/2005/8/layout/vList2"/>
    <dgm:cxn modelId="{FBF4E3FE-0723-BF4B-8DC3-C3928F8620EF}" type="presParOf" srcId="{43CE2F74-BE76-FB47-B3BE-D04163023797}" destId="{37D5C31A-15F8-D346-A343-4C53CD102B1E}" srcOrd="1" destOrd="0" presId="urn:microsoft.com/office/officeart/2005/8/layout/vList2"/>
    <dgm:cxn modelId="{76F6C65C-8FE0-C54B-9813-D54E7DA690FA}" type="presParOf" srcId="{43CE2F74-BE76-FB47-B3BE-D04163023797}" destId="{0B5FA824-4C53-F348-96BE-C2B82576595F}" srcOrd="2" destOrd="0" presId="urn:microsoft.com/office/officeart/2005/8/layout/vList2"/>
    <dgm:cxn modelId="{375F1261-1B50-9D49-B5FE-16FED7CB21A5}" type="presParOf" srcId="{43CE2F74-BE76-FB47-B3BE-D04163023797}" destId="{78D7B86E-F381-D748-ADAD-22068227F970}" srcOrd="3" destOrd="0" presId="urn:microsoft.com/office/officeart/2005/8/layout/vList2"/>
    <dgm:cxn modelId="{F2CACA1D-1495-6E41-A548-1A9C6BF2AA69}" type="presParOf" srcId="{43CE2F74-BE76-FB47-B3BE-D04163023797}" destId="{60985C7A-C615-634C-8C42-888715EC1D00}" srcOrd="4" destOrd="0" presId="urn:microsoft.com/office/officeart/2005/8/layout/vList2"/>
    <dgm:cxn modelId="{8C6B63C0-4B2B-9947-81F3-17B89F0394A5}" type="presParOf" srcId="{43CE2F74-BE76-FB47-B3BE-D04163023797}" destId="{F67FA17D-B017-394B-9E12-2C5246B64496}" srcOrd="5" destOrd="0" presId="urn:microsoft.com/office/officeart/2005/8/layout/vList2"/>
    <dgm:cxn modelId="{4AD8F54A-20A4-C142-AF40-76ADC4BA14D3}" type="presParOf" srcId="{43CE2F74-BE76-FB47-B3BE-D04163023797}" destId="{AB98C15E-D818-444E-964A-2C07B10DF9D4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073CCB76-9E6F-4FAA-A70D-2C28FEAD12C0}" type="doc">
      <dgm:prSet loTypeId="urn:microsoft.com/office/officeart/2005/8/layout/vList5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3379378-3AE3-410B-B83C-C300237237D7}">
      <dgm:prSet/>
      <dgm:spPr/>
      <dgm:t>
        <a:bodyPr/>
        <a:lstStyle/>
        <a:p>
          <a:r>
            <a:rPr lang="en-US"/>
            <a:t>Threshold tuning and cost-sensitive learning</a:t>
          </a:r>
        </a:p>
      </dgm:t>
    </dgm:pt>
    <dgm:pt modelId="{C1ADF237-CC23-4A33-A205-6D9F5DC4B726}" type="parTrans" cxnId="{7AEC7011-B3C9-44AF-B1AB-F6BA782407D4}">
      <dgm:prSet/>
      <dgm:spPr/>
      <dgm:t>
        <a:bodyPr/>
        <a:lstStyle/>
        <a:p>
          <a:endParaRPr lang="en-US"/>
        </a:p>
      </dgm:t>
    </dgm:pt>
    <dgm:pt modelId="{1C243FBA-7779-496C-A4F3-A8B7C5B85645}" type="sibTrans" cxnId="{7AEC7011-B3C9-44AF-B1AB-F6BA782407D4}">
      <dgm:prSet/>
      <dgm:spPr/>
      <dgm:t>
        <a:bodyPr/>
        <a:lstStyle/>
        <a:p>
          <a:endParaRPr lang="en-US"/>
        </a:p>
      </dgm:t>
    </dgm:pt>
    <dgm:pt modelId="{B0C79F5C-AEB1-4685-BA4A-EBF7E70118C9}">
      <dgm:prSet/>
      <dgm:spPr/>
      <dgm:t>
        <a:bodyPr/>
        <a:lstStyle/>
        <a:p>
          <a:r>
            <a:rPr lang="en-US"/>
            <a:t>Explore advanced boosting methods (XGBoost)</a:t>
          </a:r>
        </a:p>
      </dgm:t>
    </dgm:pt>
    <dgm:pt modelId="{DBA712AE-4D73-4E6E-950A-7A045DEF5F12}" type="parTrans" cxnId="{28808EAF-777C-46EB-8335-50ECD2A530B4}">
      <dgm:prSet/>
      <dgm:spPr/>
      <dgm:t>
        <a:bodyPr/>
        <a:lstStyle/>
        <a:p>
          <a:endParaRPr lang="en-US"/>
        </a:p>
      </dgm:t>
    </dgm:pt>
    <dgm:pt modelId="{5210C08D-3E47-44B7-9D7C-1213FFBA8717}" type="sibTrans" cxnId="{28808EAF-777C-46EB-8335-50ECD2A530B4}">
      <dgm:prSet/>
      <dgm:spPr/>
      <dgm:t>
        <a:bodyPr/>
        <a:lstStyle/>
        <a:p>
          <a:endParaRPr lang="en-US"/>
        </a:p>
      </dgm:t>
    </dgm:pt>
    <dgm:pt modelId="{50E44040-6D81-4790-8233-0A109CC02C2B}">
      <dgm:prSet/>
      <dgm:spPr/>
      <dgm:t>
        <a:bodyPr/>
        <a:lstStyle/>
        <a:p>
          <a:r>
            <a:rPr lang="en-US"/>
            <a:t>Use SHAP for interpretability</a:t>
          </a:r>
        </a:p>
      </dgm:t>
    </dgm:pt>
    <dgm:pt modelId="{99FBCD67-C4A9-4ECB-9B1A-B57FA5B344EB}" type="parTrans" cxnId="{B373F522-1324-4F8E-89BE-7E43EB4D8BB6}">
      <dgm:prSet/>
      <dgm:spPr/>
      <dgm:t>
        <a:bodyPr/>
        <a:lstStyle/>
        <a:p>
          <a:endParaRPr lang="en-US"/>
        </a:p>
      </dgm:t>
    </dgm:pt>
    <dgm:pt modelId="{60A87449-96D2-4607-9C98-4FDD074E27F2}" type="sibTrans" cxnId="{B373F522-1324-4F8E-89BE-7E43EB4D8BB6}">
      <dgm:prSet/>
      <dgm:spPr/>
      <dgm:t>
        <a:bodyPr/>
        <a:lstStyle/>
        <a:p>
          <a:endParaRPr lang="en-US"/>
        </a:p>
      </dgm:t>
    </dgm:pt>
    <dgm:pt modelId="{F1B64CC1-0D6F-4038-BCFD-62EC32F92F2F}">
      <dgm:prSet/>
      <dgm:spPr/>
      <dgm:t>
        <a:bodyPr/>
        <a:lstStyle/>
        <a:p>
          <a:r>
            <a:rPr lang="en-US"/>
            <a:t>Add richer clinical and temporal features</a:t>
          </a:r>
        </a:p>
      </dgm:t>
    </dgm:pt>
    <dgm:pt modelId="{3FDA8F38-EFE8-4F33-A382-0A0586A337BA}" type="parTrans" cxnId="{78F492C6-4FB5-42AC-BBAF-102CA75F9653}">
      <dgm:prSet/>
      <dgm:spPr/>
      <dgm:t>
        <a:bodyPr/>
        <a:lstStyle/>
        <a:p>
          <a:endParaRPr lang="en-US"/>
        </a:p>
      </dgm:t>
    </dgm:pt>
    <dgm:pt modelId="{51C8752C-D872-4675-B170-899F709CAA3B}" type="sibTrans" cxnId="{78F492C6-4FB5-42AC-BBAF-102CA75F9653}">
      <dgm:prSet/>
      <dgm:spPr/>
      <dgm:t>
        <a:bodyPr/>
        <a:lstStyle/>
        <a:p>
          <a:endParaRPr lang="en-US"/>
        </a:p>
      </dgm:t>
    </dgm:pt>
    <dgm:pt modelId="{DED0C549-60E9-314B-BAA7-8CDD3DAF143F}" type="pres">
      <dgm:prSet presAssocID="{073CCB76-9E6F-4FAA-A70D-2C28FEAD12C0}" presName="Name0" presStyleCnt="0">
        <dgm:presLayoutVars>
          <dgm:dir/>
          <dgm:animLvl val="lvl"/>
          <dgm:resizeHandles val="exact"/>
        </dgm:presLayoutVars>
      </dgm:prSet>
      <dgm:spPr/>
    </dgm:pt>
    <dgm:pt modelId="{2A948B4C-AC47-1948-A76B-9B8CBFEB4B70}" type="pres">
      <dgm:prSet presAssocID="{F3379378-3AE3-410B-B83C-C300237237D7}" presName="linNode" presStyleCnt="0"/>
      <dgm:spPr/>
    </dgm:pt>
    <dgm:pt modelId="{1EF26B3E-864C-1D41-BE72-CE9402F67DC3}" type="pres">
      <dgm:prSet presAssocID="{F3379378-3AE3-410B-B83C-C300237237D7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49A48768-9D17-2D43-9456-DCC7D9202BF7}" type="pres">
      <dgm:prSet presAssocID="{1C243FBA-7779-496C-A4F3-A8B7C5B85645}" presName="sp" presStyleCnt="0"/>
      <dgm:spPr/>
    </dgm:pt>
    <dgm:pt modelId="{1D509B23-1215-F24A-86EB-1B23BC9308B7}" type="pres">
      <dgm:prSet presAssocID="{B0C79F5C-AEB1-4685-BA4A-EBF7E70118C9}" presName="linNode" presStyleCnt="0"/>
      <dgm:spPr/>
    </dgm:pt>
    <dgm:pt modelId="{1D56423F-601A-E844-9702-1D4EA5694AB6}" type="pres">
      <dgm:prSet presAssocID="{B0C79F5C-AEB1-4685-BA4A-EBF7E70118C9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A6CA8E53-0909-C44B-8024-F39B60C4231A}" type="pres">
      <dgm:prSet presAssocID="{5210C08D-3E47-44B7-9D7C-1213FFBA8717}" presName="sp" presStyleCnt="0"/>
      <dgm:spPr/>
    </dgm:pt>
    <dgm:pt modelId="{45659F03-483B-2748-9E41-4513CCC0DE6F}" type="pres">
      <dgm:prSet presAssocID="{50E44040-6D81-4790-8233-0A109CC02C2B}" presName="linNode" presStyleCnt="0"/>
      <dgm:spPr/>
    </dgm:pt>
    <dgm:pt modelId="{50A54D46-5891-D14C-9E71-3878CB5A9AB4}" type="pres">
      <dgm:prSet presAssocID="{50E44040-6D81-4790-8233-0A109CC02C2B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BE7B660-243D-0C46-A009-AF6064623A6C}" type="pres">
      <dgm:prSet presAssocID="{60A87449-96D2-4607-9C98-4FDD074E27F2}" presName="sp" presStyleCnt="0"/>
      <dgm:spPr/>
    </dgm:pt>
    <dgm:pt modelId="{E78DF93F-0A53-7C46-AE11-245DFCC05F36}" type="pres">
      <dgm:prSet presAssocID="{F1B64CC1-0D6F-4038-BCFD-62EC32F92F2F}" presName="linNode" presStyleCnt="0"/>
      <dgm:spPr/>
    </dgm:pt>
    <dgm:pt modelId="{E4761523-0772-4B4D-AE7E-3EE71815B56E}" type="pres">
      <dgm:prSet presAssocID="{F1B64CC1-0D6F-4038-BCFD-62EC32F92F2F}" presName="parentText" presStyleLbl="node1" presStyleIdx="3" presStyleCnt="4">
        <dgm:presLayoutVars>
          <dgm:chMax val="1"/>
          <dgm:bulletEnabled val="1"/>
        </dgm:presLayoutVars>
      </dgm:prSet>
      <dgm:spPr/>
    </dgm:pt>
  </dgm:ptLst>
  <dgm:cxnLst>
    <dgm:cxn modelId="{7AEC7011-B3C9-44AF-B1AB-F6BA782407D4}" srcId="{073CCB76-9E6F-4FAA-A70D-2C28FEAD12C0}" destId="{F3379378-3AE3-410B-B83C-C300237237D7}" srcOrd="0" destOrd="0" parTransId="{C1ADF237-CC23-4A33-A205-6D9F5DC4B726}" sibTransId="{1C243FBA-7779-496C-A4F3-A8B7C5B85645}"/>
    <dgm:cxn modelId="{B373F522-1324-4F8E-89BE-7E43EB4D8BB6}" srcId="{073CCB76-9E6F-4FAA-A70D-2C28FEAD12C0}" destId="{50E44040-6D81-4790-8233-0A109CC02C2B}" srcOrd="2" destOrd="0" parTransId="{99FBCD67-C4A9-4ECB-9B1A-B57FA5B344EB}" sibTransId="{60A87449-96D2-4607-9C98-4FDD074E27F2}"/>
    <dgm:cxn modelId="{52ABD12E-7E8A-2142-9EE5-0B381789A771}" type="presOf" srcId="{F1B64CC1-0D6F-4038-BCFD-62EC32F92F2F}" destId="{E4761523-0772-4B4D-AE7E-3EE71815B56E}" srcOrd="0" destOrd="0" presId="urn:microsoft.com/office/officeart/2005/8/layout/vList5"/>
    <dgm:cxn modelId="{6BC75138-6C4C-5340-95BE-538051644635}" type="presOf" srcId="{50E44040-6D81-4790-8233-0A109CC02C2B}" destId="{50A54D46-5891-D14C-9E71-3878CB5A9AB4}" srcOrd="0" destOrd="0" presId="urn:microsoft.com/office/officeart/2005/8/layout/vList5"/>
    <dgm:cxn modelId="{44067B5F-7174-1C4C-AB1D-0C3A170F1496}" type="presOf" srcId="{B0C79F5C-AEB1-4685-BA4A-EBF7E70118C9}" destId="{1D56423F-601A-E844-9702-1D4EA5694AB6}" srcOrd="0" destOrd="0" presId="urn:microsoft.com/office/officeart/2005/8/layout/vList5"/>
    <dgm:cxn modelId="{92CAD77B-3DBC-DF4D-92FB-A15C686157CA}" type="presOf" srcId="{073CCB76-9E6F-4FAA-A70D-2C28FEAD12C0}" destId="{DED0C549-60E9-314B-BAA7-8CDD3DAF143F}" srcOrd="0" destOrd="0" presId="urn:microsoft.com/office/officeart/2005/8/layout/vList5"/>
    <dgm:cxn modelId="{EB1053A8-F925-0140-A0AE-C471C424F903}" type="presOf" srcId="{F3379378-3AE3-410B-B83C-C300237237D7}" destId="{1EF26B3E-864C-1D41-BE72-CE9402F67DC3}" srcOrd="0" destOrd="0" presId="urn:microsoft.com/office/officeart/2005/8/layout/vList5"/>
    <dgm:cxn modelId="{28808EAF-777C-46EB-8335-50ECD2A530B4}" srcId="{073CCB76-9E6F-4FAA-A70D-2C28FEAD12C0}" destId="{B0C79F5C-AEB1-4685-BA4A-EBF7E70118C9}" srcOrd="1" destOrd="0" parTransId="{DBA712AE-4D73-4E6E-950A-7A045DEF5F12}" sibTransId="{5210C08D-3E47-44B7-9D7C-1213FFBA8717}"/>
    <dgm:cxn modelId="{78F492C6-4FB5-42AC-BBAF-102CA75F9653}" srcId="{073CCB76-9E6F-4FAA-A70D-2C28FEAD12C0}" destId="{F1B64CC1-0D6F-4038-BCFD-62EC32F92F2F}" srcOrd="3" destOrd="0" parTransId="{3FDA8F38-EFE8-4F33-A382-0A0586A337BA}" sibTransId="{51C8752C-D872-4675-B170-899F709CAA3B}"/>
    <dgm:cxn modelId="{C1DD7F3B-94C5-194E-98FA-ED792B1E6E14}" type="presParOf" srcId="{DED0C549-60E9-314B-BAA7-8CDD3DAF143F}" destId="{2A948B4C-AC47-1948-A76B-9B8CBFEB4B70}" srcOrd="0" destOrd="0" presId="urn:microsoft.com/office/officeart/2005/8/layout/vList5"/>
    <dgm:cxn modelId="{640B6696-225A-994D-A455-F7DFA1286EA2}" type="presParOf" srcId="{2A948B4C-AC47-1948-A76B-9B8CBFEB4B70}" destId="{1EF26B3E-864C-1D41-BE72-CE9402F67DC3}" srcOrd="0" destOrd="0" presId="urn:microsoft.com/office/officeart/2005/8/layout/vList5"/>
    <dgm:cxn modelId="{EB8211A9-F89E-674D-A8E2-8FB1C2521B34}" type="presParOf" srcId="{DED0C549-60E9-314B-BAA7-8CDD3DAF143F}" destId="{49A48768-9D17-2D43-9456-DCC7D9202BF7}" srcOrd="1" destOrd="0" presId="urn:microsoft.com/office/officeart/2005/8/layout/vList5"/>
    <dgm:cxn modelId="{488A2DE2-6B52-CA4B-B7E7-14EE210F323C}" type="presParOf" srcId="{DED0C549-60E9-314B-BAA7-8CDD3DAF143F}" destId="{1D509B23-1215-F24A-86EB-1B23BC9308B7}" srcOrd="2" destOrd="0" presId="urn:microsoft.com/office/officeart/2005/8/layout/vList5"/>
    <dgm:cxn modelId="{C202063A-7FB6-8E40-ACBF-367D78FFD78F}" type="presParOf" srcId="{1D509B23-1215-F24A-86EB-1B23BC9308B7}" destId="{1D56423F-601A-E844-9702-1D4EA5694AB6}" srcOrd="0" destOrd="0" presId="urn:microsoft.com/office/officeart/2005/8/layout/vList5"/>
    <dgm:cxn modelId="{3D9E8422-8B77-484D-A0B9-54177B0F6197}" type="presParOf" srcId="{DED0C549-60E9-314B-BAA7-8CDD3DAF143F}" destId="{A6CA8E53-0909-C44B-8024-F39B60C4231A}" srcOrd="3" destOrd="0" presId="urn:microsoft.com/office/officeart/2005/8/layout/vList5"/>
    <dgm:cxn modelId="{9411F3BC-D4C5-DB49-BC9E-165BD6E361D6}" type="presParOf" srcId="{DED0C549-60E9-314B-BAA7-8CDD3DAF143F}" destId="{45659F03-483B-2748-9E41-4513CCC0DE6F}" srcOrd="4" destOrd="0" presId="urn:microsoft.com/office/officeart/2005/8/layout/vList5"/>
    <dgm:cxn modelId="{9F224079-61BC-6E4B-BB11-86AF3FBAA557}" type="presParOf" srcId="{45659F03-483B-2748-9E41-4513CCC0DE6F}" destId="{50A54D46-5891-D14C-9E71-3878CB5A9AB4}" srcOrd="0" destOrd="0" presId="urn:microsoft.com/office/officeart/2005/8/layout/vList5"/>
    <dgm:cxn modelId="{9938DA73-1326-1748-A945-8B92C8E31950}" type="presParOf" srcId="{DED0C549-60E9-314B-BAA7-8CDD3DAF143F}" destId="{9BE7B660-243D-0C46-A009-AF6064623A6C}" srcOrd="5" destOrd="0" presId="urn:microsoft.com/office/officeart/2005/8/layout/vList5"/>
    <dgm:cxn modelId="{484AF265-5D62-0244-8EFD-270571CAC3B8}" type="presParOf" srcId="{DED0C549-60E9-314B-BAA7-8CDD3DAF143F}" destId="{E78DF93F-0A53-7C46-AE11-245DFCC05F36}" srcOrd="6" destOrd="0" presId="urn:microsoft.com/office/officeart/2005/8/layout/vList5"/>
    <dgm:cxn modelId="{CD4A6D27-05C2-7E47-9F9A-69461624606F}" type="presParOf" srcId="{E78DF93F-0A53-7C46-AE11-245DFCC05F36}" destId="{E4761523-0772-4B4D-AE7E-3EE71815B56E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BC1DD662-BCCD-4C26-AE82-C4B1ED71DED2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897CED12-9152-48B5-BA9F-B58FDA9461DC}">
      <dgm:prSet/>
      <dgm:spPr/>
      <dgm:t>
        <a:bodyPr/>
        <a:lstStyle/>
        <a:p>
          <a:r>
            <a:rPr lang="en-US"/>
            <a:t>Readmission prediction is challenging due to imbalance</a:t>
          </a:r>
        </a:p>
      </dgm:t>
    </dgm:pt>
    <dgm:pt modelId="{1AD61B10-5DB5-4DD1-9264-8514E7CDA447}" type="parTrans" cxnId="{21004417-1C02-43AA-8074-C87DD9C9CB2B}">
      <dgm:prSet/>
      <dgm:spPr/>
      <dgm:t>
        <a:bodyPr/>
        <a:lstStyle/>
        <a:p>
          <a:endParaRPr lang="en-US"/>
        </a:p>
      </dgm:t>
    </dgm:pt>
    <dgm:pt modelId="{0891C331-E677-48BF-896D-D1B0D1E74B11}" type="sibTrans" cxnId="{21004417-1C02-43AA-8074-C87DD9C9CB2B}">
      <dgm:prSet/>
      <dgm:spPr/>
      <dgm:t>
        <a:bodyPr/>
        <a:lstStyle/>
        <a:p>
          <a:endParaRPr lang="en-US"/>
        </a:p>
      </dgm:t>
    </dgm:pt>
    <dgm:pt modelId="{26EC8711-5EAB-4924-ADCB-49F8C545186A}">
      <dgm:prSet/>
      <dgm:spPr/>
      <dgm:t>
        <a:bodyPr/>
        <a:lstStyle/>
        <a:p>
          <a:r>
            <a:rPr lang="en-US"/>
            <a:t>Model ranking is strong but classification is limited</a:t>
          </a:r>
        </a:p>
      </dgm:t>
    </dgm:pt>
    <dgm:pt modelId="{89A58590-3A11-4DD9-8F81-7B4E3C611321}" type="parTrans" cxnId="{BB984E96-7BA6-4AAB-A55A-765888FD90EB}">
      <dgm:prSet/>
      <dgm:spPr/>
      <dgm:t>
        <a:bodyPr/>
        <a:lstStyle/>
        <a:p>
          <a:endParaRPr lang="en-US"/>
        </a:p>
      </dgm:t>
    </dgm:pt>
    <dgm:pt modelId="{CDE3B880-739A-4933-95AA-7790736975ED}" type="sibTrans" cxnId="{BB984E96-7BA6-4AAB-A55A-765888FD90EB}">
      <dgm:prSet/>
      <dgm:spPr/>
      <dgm:t>
        <a:bodyPr/>
        <a:lstStyle/>
        <a:p>
          <a:endParaRPr lang="en-US"/>
        </a:p>
      </dgm:t>
    </dgm:pt>
    <dgm:pt modelId="{C27FA748-A06E-4F1E-8CE1-7A67466E8B96}">
      <dgm:prSet/>
      <dgm:spPr/>
      <dgm:t>
        <a:bodyPr/>
        <a:lstStyle/>
        <a:p>
          <a:r>
            <a:rPr lang="en-US"/>
            <a:t>Gradient Boosting performs best overall</a:t>
          </a:r>
        </a:p>
      </dgm:t>
    </dgm:pt>
    <dgm:pt modelId="{F6A0EFC3-6758-458B-B69C-E0CC9D03C923}" type="parTrans" cxnId="{6F04D0A3-EA8F-4138-A502-A93016C00F61}">
      <dgm:prSet/>
      <dgm:spPr/>
      <dgm:t>
        <a:bodyPr/>
        <a:lstStyle/>
        <a:p>
          <a:endParaRPr lang="en-US"/>
        </a:p>
      </dgm:t>
    </dgm:pt>
    <dgm:pt modelId="{B9D8BE00-86C5-4EFE-81A5-8D70649E6719}" type="sibTrans" cxnId="{6F04D0A3-EA8F-4138-A502-A93016C00F61}">
      <dgm:prSet/>
      <dgm:spPr/>
      <dgm:t>
        <a:bodyPr/>
        <a:lstStyle/>
        <a:p>
          <a:endParaRPr lang="en-US"/>
        </a:p>
      </dgm:t>
    </dgm:pt>
    <dgm:pt modelId="{A8C42758-3A28-4B91-A9E8-99163181E0C0}">
      <dgm:prSet/>
      <dgm:spPr/>
      <dgm:t>
        <a:bodyPr/>
        <a:lstStyle/>
        <a:p>
          <a:r>
            <a:rPr lang="en-US"/>
            <a:t>Model can support data-driven healthcare decisions</a:t>
          </a:r>
        </a:p>
      </dgm:t>
    </dgm:pt>
    <dgm:pt modelId="{9114DA49-E78A-4AB4-A762-E6308AF9EBA0}" type="parTrans" cxnId="{5BBB5666-CD4B-41C1-8F1F-BCDFF5E7736F}">
      <dgm:prSet/>
      <dgm:spPr/>
      <dgm:t>
        <a:bodyPr/>
        <a:lstStyle/>
        <a:p>
          <a:endParaRPr lang="en-US"/>
        </a:p>
      </dgm:t>
    </dgm:pt>
    <dgm:pt modelId="{AF9179C8-25BD-4B09-A61A-AAE286B869A9}" type="sibTrans" cxnId="{5BBB5666-CD4B-41C1-8F1F-BCDFF5E7736F}">
      <dgm:prSet/>
      <dgm:spPr/>
      <dgm:t>
        <a:bodyPr/>
        <a:lstStyle/>
        <a:p>
          <a:endParaRPr lang="en-US"/>
        </a:p>
      </dgm:t>
    </dgm:pt>
    <dgm:pt modelId="{F81E99FA-04CD-4379-829F-E5C3F22EDE47}" type="pres">
      <dgm:prSet presAssocID="{BC1DD662-BCCD-4C26-AE82-C4B1ED71DED2}" presName="root" presStyleCnt="0">
        <dgm:presLayoutVars>
          <dgm:dir/>
          <dgm:resizeHandles val="exact"/>
        </dgm:presLayoutVars>
      </dgm:prSet>
      <dgm:spPr/>
    </dgm:pt>
    <dgm:pt modelId="{A2B8271D-11B6-4256-80E0-EF32A187C383}" type="pres">
      <dgm:prSet presAssocID="{BC1DD662-BCCD-4C26-AE82-C4B1ED71DED2}" presName="container" presStyleCnt="0">
        <dgm:presLayoutVars>
          <dgm:dir/>
          <dgm:resizeHandles val="exact"/>
        </dgm:presLayoutVars>
      </dgm:prSet>
      <dgm:spPr/>
    </dgm:pt>
    <dgm:pt modelId="{6C1A4809-A0CF-4938-B0BD-85ADE5E23E16}" type="pres">
      <dgm:prSet presAssocID="{897CED12-9152-48B5-BA9F-B58FDA9461DC}" presName="compNode" presStyleCnt="0"/>
      <dgm:spPr/>
    </dgm:pt>
    <dgm:pt modelId="{F8E3313C-55E8-4123-BD58-2AF2C5D81A9B}" type="pres">
      <dgm:prSet presAssocID="{897CED12-9152-48B5-BA9F-B58FDA9461DC}" presName="iconBgRect" presStyleLbl="bgShp" presStyleIdx="0" presStyleCnt="4"/>
      <dgm:spPr/>
    </dgm:pt>
    <dgm:pt modelId="{C1E6AF50-A9B9-490D-8582-F2B9DE27BFAD}" type="pres">
      <dgm:prSet presAssocID="{897CED12-9152-48B5-BA9F-B58FDA9461DC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DA06358F-F9BD-4321-807C-ED9933ACCA2C}" type="pres">
      <dgm:prSet presAssocID="{897CED12-9152-48B5-BA9F-B58FDA9461DC}" presName="spaceRect" presStyleCnt="0"/>
      <dgm:spPr/>
    </dgm:pt>
    <dgm:pt modelId="{204346C2-7210-4179-82ED-2B7029BABDE8}" type="pres">
      <dgm:prSet presAssocID="{897CED12-9152-48B5-BA9F-B58FDA9461DC}" presName="textRect" presStyleLbl="revTx" presStyleIdx="0" presStyleCnt="4">
        <dgm:presLayoutVars>
          <dgm:chMax val="1"/>
          <dgm:chPref val="1"/>
        </dgm:presLayoutVars>
      </dgm:prSet>
      <dgm:spPr/>
    </dgm:pt>
    <dgm:pt modelId="{157927A2-8B5B-42FA-AF9D-EE414D3E2C74}" type="pres">
      <dgm:prSet presAssocID="{0891C331-E677-48BF-896D-D1B0D1E74B11}" presName="sibTrans" presStyleLbl="sibTrans2D1" presStyleIdx="0" presStyleCnt="0"/>
      <dgm:spPr/>
    </dgm:pt>
    <dgm:pt modelId="{8C3022C4-C1CF-4118-A9D7-49E5EB385DFB}" type="pres">
      <dgm:prSet presAssocID="{26EC8711-5EAB-4924-ADCB-49F8C545186A}" presName="compNode" presStyleCnt="0"/>
      <dgm:spPr/>
    </dgm:pt>
    <dgm:pt modelId="{42485CEB-2A02-4062-81A0-81ADAEF88E22}" type="pres">
      <dgm:prSet presAssocID="{26EC8711-5EAB-4924-ADCB-49F8C545186A}" presName="iconBgRect" presStyleLbl="bgShp" presStyleIdx="1" presStyleCnt="4"/>
      <dgm:spPr/>
    </dgm:pt>
    <dgm:pt modelId="{17595C0F-37F9-4CED-A63E-971AA3F50039}" type="pres">
      <dgm:prSet presAssocID="{26EC8711-5EAB-4924-ADCB-49F8C545186A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A873EF7-B754-44A9-9882-E80DDB6189EB}" type="pres">
      <dgm:prSet presAssocID="{26EC8711-5EAB-4924-ADCB-49F8C545186A}" presName="spaceRect" presStyleCnt="0"/>
      <dgm:spPr/>
    </dgm:pt>
    <dgm:pt modelId="{1CC4C83F-D127-458F-B6FE-F4D90F769F2F}" type="pres">
      <dgm:prSet presAssocID="{26EC8711-5EAB-4924-ADCB-49F8C545186A}" presName="textRect" presStyleLbl="revTx" presStyleIdx="1" presStyleCnt="4">
        <dgm:presLayoutVars>
          <dgm:chMax val="1"/>
          <dgm:chPref val="1"/>
        </dgm:presLayoutVars>
      </dgm:prSet>
      <dgm:spPr/>
    </dgm:pt>
    <dgm:pt modelId="{1FD1570B-C651-439E-9F61-AE5C13914ABE}" type="pres">
      <dgm:prSet presAssocID="{CDE3B880-739A-4933-95AA-7790736975ED}" presName="sibTrans" presStyleLbl="sibTrans2D1" presStyleIdx="0" presStyleCnt="0"/>
      <dgm:spPr/>
    </dgm:pt>
    <dgm:pt modelId="{C0890990-815C-41F3-BA27-A8FBC3BA2130}" type="pres">
      <dgm:prSet presAssocID="{C27FA748-A06E-4F1E-8CE1-7A67466E8B96}" presName="compNode" presStyleCnt="0"/>
      <dgm:spPr/>
    </dgm:pt>
    <dgm:pt modelId="{97433730-9AFE-4588-B68F-533544079ACE}" type="pres">
      <dgm:prSet presAssocID="{C27FA748-A06E-4F1E-8CE1-7A67466E8B96}" presName="iconBgRect" presStyleLbl="bgShp" presStyleIdx="2" presStyleCnt="4"/>
      <dgm:spPr/>
    </dgm:pt>
    <dgm:pt modelId="{B88BF7E3-9FA1-4E44-8648-A849DEF9EADC}" type="pres">
      <dgm:prSet presAssocID="{C27FA748-A06E-4F1E-8CE1-7A67466E8B96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EFEADF1F-68B7-4593-B9A0-63005CF86F1B}" type="pres">
      <dgm:prSet presAssocID="{C27FA748-A06E-4F1E-8CE1-7A67466E8B96}" presName="spaceRect" presStyleCnt="0"/>
      <dgm:spPr/>
    </dgm:pt>
    <dgm:pt modelId="{886EF6B3-A940-4510-A480-C7F1A3D3D480}" type="pres">
      <dgm:prSet presAssocID="{C27FA748-A06E-4F1E-8CE1-7A67466E8B96}" presName="textRect" presStyleLbl="revTx" presStyleIdx="2" presStyleCnt="4">
        <dgm:presLayoutVars>
          <dgm:chMax val="1"/>
          <dgm:chPref val="1"/>
        </dgm:presLayoutVars>
      </dgm:prSet>
      <dgm:spPr/>
    </dgm:pt>
    <dgm:pt modelId="{E6F68BBF-E0E0-4A07-9199-34A7A20A6841}" type="pres">
      <dgm:prSet presAssocID="{B9D8BE00-86C5-4EFE-81A5-8D70649E6719}" presName="sibTrans" presStyleLbl="sibTrans2D1" presStyleIdx="0" presStyleCnt="0"/>
      <dgm:spPr/>
    </dgm:pt>
    <dgm:pt modelId="{05596485-9DC0-4171-A15E-15AEBD681D48}" type="pres">
      <dgm:prSet presAssocID="{A8C42758-3A28-4B91-A9E8-99163181E0C0}" presName="compNode" presStyleCnt="0"/>
      <dgm:spPr/>
    </dgm:pt>
    <dgm:pt modelId="{9172BB03-36D0-416D-B868-CC8CA4E6A19A}" type="pres">
      <dgm:prSet presAssocID="{A8C42758-3A28-4B91-A9E8-99163181E0C0}" presName="iconBgRect" presStyleLbl="bgShp" presStyleIdx="3" presStyleCnt="4"/>
      <dgm:spPr/>
    </dgm:pt>
    <dgm:pt modelId="{FC288424-8016-480D-89A4-4DC9179B148F}" type="pres">
      <dgm:prSet presAssocID="{A8C42758-3A28-4B91-A9E8-99163181E0C0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6C1028B6-DC55-4465-8181-75CBAD7C0964}" type="pres">
      <dgm:prSet presAssocID="{A8C42758-3A28-4B91-A9E8-99163181E0C0}" presName="spaceRect" presStyleCnt="0"/>
      <dgm:spPr/>
    </dgm:pt>
    <dgm:pt modelId="{B53807B5-43A3-4BDD-9CF5-26E30C0E69E4}" type="pres">
      <dgm:prSet presAssocID="{A8C42758-3A28-4B91-A9E8-99163181E0C0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762C60B-7D98-43C1-8702-D4C92360566B}" type="presOf" srcId="{CDE3B880-739A-4933-95AA-7790736975ED}" destId="{1FD1570B-C651-439E-9F61-AE5C13914ABE}" srcOrd="0" destOrd="0" presId="urn:microsoft.com/office/officeart/2018/2/layout/IconCircleList"/>
    <dgm:cxn modelId="{656D3E17-A26B-40A4-8B95-CC708B9F5F1F}" type="presOf" srcId="{897CED12-9152-48B5-BA9F-B58FDA9461DC}" destId="{204346C2-7210-4179-82ED-2B7029BABDE8}" srcOrd="0" destOrd="0" presId="urn:microsoft.com/office/officeart/2018/2/layout/IconCircleList"/>
    <dgm:cxn modelId="{21004417-1C02-43AA-8074-C87DD9C9CB2B}" srcId="{BC1DD662-BCCD-4C26-AE82-C4B1ED71DED2}" destId="{897CED12-9152-48B5-BA9F-B58FDA9461DC}" srcOrd="0" destOrd="0" parTransId="{1AD61B10-5DB5-4DD1-9264-8514E7CDA447}" sibTransId="{0891C331-E677-48BF-896D-D1B0D1E74B11}"/>
    <dgm:cxn modelId="{1A42981B-F545-4DCB-AC3E-8AADE3B85BE0}" type="presOf" srcId="{26EC8711-5EAB-4924-ADCB-49F8C545186A}" destId="{1CC4C83F-D127-458F-B6FE-F4D90F769F2F}" srcOrd="0" destOrd="0" presId="urn:microsoft.com/office/officeart/2018/2/layout/IconCircleList"/>
    <dgm:cxn modelId="{F215462E-4C3D-4B7B-B774-DF9823B99036}" type="presOf" srcId="{0891C331-E677-48BF-896D-D1B0D1E74B11}" destId="{157927A2-8B5B-42FA-AF9D-EE414D3E2C74}" srcOrd="0" destOrd="0" presId="urn:microsoft.com/office/officeart/2018/2/layout/IconCircleList"/>
    <dgm:cxn modelId="{2BE53C40-C3B5-4950-BDB2-E73073313B65}" type="presOf" srcId="{B9D8BE00-86C5-4EFE-81A5-8D70649E6719}" destId="{E6F68BBF-E0E0-4A07-9199-34A7A20A6841}" srcOrd="0" destOrd="0" presId="urn:microsoft.com/office/officeart/2018/2/layout/IconCircleList"/>
    <dgm:cxn modelId="{62C2BC42-4875-4A30-A44B-1AE75DA2731A}" type="presOf" srcId="{A8C42758-3A28-4B91-A9E8-99163181E0C0}" destId="{B53807B5-43A3-4BDD-9CF5-26E30C0E69E4}" srcOrd="0" destOrd="0" presId="urn:microsoft.com/office/officeart/2018/2/layout/IconCircleList"/>
    <dgm:cxn modelId="{2C86AC61-8A21-4F8E-8250-82361893549D}" type="presOf" srcId="{C27FA748-A06E-4F1E-8CE1-7A67466E8B96}" destId="{886EF6B3-A940-4510-A480-C7F1A3D3D480}" srcOrd="0" destOrd="0" presId="urn:microsoft.com/office/officeart/2018/2/layout/IconCircleList"/>
    <dgm:cxn modelId="{5BBB5666-CD4B-41C1-8F1F-BCDFF5E7736F}" srcId="{BC1DD662-BCCD-4C26-AE82-C4B1ED71DED2}" destId="{A8C42758-3A28-4B91-A9E8-99163181E0C0}" srcOrd="3" destOrd="0" parTransId="{9114DA49-E78A-4AB4-A762-E6308AF9EBA0}" sibTransId="{AF9179C8-25BD-4B09-A61A-AAE286B869A9}"/>
    <dgm:cxn modelId="{BB984E96-7BA6-4AAB-A55A-765888FD90EB}" srcId="{BC1DD662-BCCD-4C26-AE82-C4B1ED71DED2}" destId="{26EC8711-5EAB-4924-ADCB-49F8C545186A}" srcOrd="1" destOrd="0" parTransId="{89A58590-3A11-4DD9-8F81-7B4E3C611321}" sibTransId="{CDE3B880-739A-4933-95AA-7790736975ED}"/>
    <dgm:cxn modelId="{6F04D0A3-EA8F-4138-A502-A93016C00F61}" srcId="{BC1DD662-BCCD-4C26-AE82-C4B1ED71DED2}" destId="{C27FA748-A06E-4F1E-8CE1-7A67466E8B96}" srcOrd="2" destOrd="0" parTransId="{F6A0EFC3-6758-458B-B69C-E0CC9D03C923}" sibTransId="{B9D8BE00-86C5-4EFE-81A5-8D70649E6719}"/>
    <dgm:cxn modelId="{6EA594DB-F8BB-421E-BA70-07D75CF6DC8B}" type="presOf" srcId="{BC1DD662-BCCD-4C26-AE82-C4B1ED71DED2}" destId="{F81E99FA-04CD-4379-829F-E5C3F22EDE47}" srcOrd="0" destOrd="0" presId="urn:microsoft.com/office/officeart/2018/2/layout/IconCircleList"/>
    <dgm:cxn modelId="{45E8FCD5-C6B1-440A-960B-342B49872D75}" type="presParOf" srcId="{F81E99FA-04CD-4379-829F-E5C3F22EDE47}" destId="{A2B8271D-11B6-4256-80E0-EF32A187C383}" srcOrd="0" destOrd="0" presId="urn:microsoft.com/office/officeart/2018/2/layout/IconCircleList"/>
    <dgm:cxn modelId="{1621BA02-B6C4-423C-A86C-7A255FE6AC89}" type="presParOf" srcId="{A2B8271D-11B6-4256-80E0-EF32A187C383}" destId="{6C1A4809-A0CF-4938-B0BD-85ADE5E23E16}" srcOrd="0" destOrd="0" presId="urn:microsoft.com/office/officeart/2018/2/layout/IconCircleList"/>
    <dgm:cxn modelId="{2A4D665F-C0E7-4F2D-B477-4E56522BB51E}" type="presParOf" srcId="{6C1A4809-A0CF-4938-B0BD-85ADE5E23E16}" destId="{F8E3313C-55E8-4123-BD58-2AF2C5D81A9B}" srcOrd="0" destOrd="0" presId="urn:microsoft.com/office/officeart/2018/2/layout/IconCircleList"/>
    <dgm:cxn modelId="{3F3C33D7-5982-4A81-A509-BE626BB84582}" type="presParOf" srcId="{6C1A4809-A0CF-4938-B0BD-85ADE5E23E16}" destId="{C1E6AF50-A9B9-490D-8582-F2B9DE27BFAD}" srcOrd="1" destOrd="0" presId="urn:microsoft.com/office/officeart/2018/2/layout/IconCircleList"/>
    <dgm:cxn modelId="{F4AD59D8-B449-4E63-A109-422E5028BB23}" type="presParOf" srcId="{6C1A4809-A0CF-4938-B0BD-85ADE5E23E16}" destId="{DA06358F-F9BD-4321-807C-ED9933ACCA2C}" srcOrd="2" destOrd="0" presId="urn:microsoft.com/office/officeart/2018/2/layout/IconCircleList"/>
    <dgm:cxn modelId="{A2E03A93-409C-4A22-8968-EE2342F326CE}" type="presParOf" srcId="{6C1A4809-A0CF-4938-B0BD-85ADE5E23E16}" destId="{204346C2-7210-4179-82ED-2B7029BABDE8}" srcOrd="3" destOrd="0" presId="urn:microsoft.com/office/officeart/2018/2/layout/IconCircleList"/>
    <dgm:cxn modelId="{EACB296E-78A6-4BA0-9F42-328C07BE4631}" type="presParOf" srcId="{A2B8271D-11B6-4256-80E0-EF32A187C383}" destId="{157927A2-8B5B-42FA-AF9D-EE414D3E2C74}" srcOrd="1" destOrd="0" presId="urn:microsoft.com/office/officeart/2018/2/layout/IconCircleList"/>
    <dgm:cxn modelId="{9E465705-A201-41D7-9F51-21824391BE24}" type="presParOf" srcId="{A2B8271D-11B6-4256-80E0-EF32A187C383}" destId="{8C3022C4-C1CF-4118-A9D7-49E5EB385DFB}" srcOrd="2" destOrd="0" presId="urn:microsoft.com/office/officeart/2018/2/layout/IconCircleList"/>
    <dgm:cxn modelId="{F42AE9A6-436D-4BF8-87D5-43AA2DB46878}" type="presParOf" srcId="{8C3022C4-C1CF-4118-A9D7-49E5EB385DFB}" destId="{42485CEB-2A02-4062-81A0-81ADAEF88E22}" srcOrd="0" destOrd="0" presId="urn:microsoft.com/office/officeart/2018/2/layout/IconCircleList"/>
    <dgm:cxn modelId="{5A0E685B-5070-4D78-B136-0F444EDCE7B6}" type="presParOf" srcId="{8C3022C4-C1CF-4118-A9D7-49E5EB385DFB}" destId="{17595C0F-37F9-4CED-A63E-971AA3F50039}" srcOrd="1" destOrd="0" presId="urn:microsoft.com/office/officeart/2018/2/layout/IconCircleList"/>
    <dgm:cxn modelId="{3F4323F3-4F7E-4021-8350-6D5B1262B0F4}" type="presParOf" srcId="{8C3022C4-C1CF-4118-A9D7-49E5EB385DFB}" destId="{3A873EF7-B754-44A9-9882-E80DDB6189EB}" srcOrd="2" destOrd="0" presId="urn:microsoft.com/office/officeart/2018/2/layout/IconCircleList"/>
    <dgm:cxn modelId="{2B2B0C79-5BCF-4ED5-8DD1-DB50B672F9DC}" type="presParOf" srcId="{8C3022C4-C1CF-4118-A9D7-49E5EB385DFB}" destId="{1CC4C83F-D127-458F-B6FE-F4D90F769F2F}" srcOrd="3" destOrd="0" presId="urn:microsoft.com/office/officeart/2018/2/layout/IconCircleList"/>
    <dgm:cxn modelId="{60CFFFF6-89A1-427A-8629-C96C719A894C}" type="presParOf" srcId="{A2B8271D-11B6-4256-80E0-EF32A187C383}" destId="{1FD1570B-C651-439E-9F61-AE5C13914ABE}" srcOrd="3" destOrd="0" presId="urn:microsoft.com/office/officeart/2018/2/layout/IconCircleList"/>
    <dgm:cxn modelId="{8BEF43ED-28E4-4DFD-A959-1B2794B8624D}" type="presParOf" srcId="{A2B8271D-11B6-4256-80E0-EF32A187C383}" destId="{C0890990-815C-41F3-BA27-A8FBC3BA2130}" srcOrd="4" destOrd="0" presId="urn:microsoft.com/office/officeart/2018/2/layout/IconCircleList"/>
    <dgm:cxn modelId="{65FEB78D-C9A8-4E03-A916-C10C692921F0}" type="presParOf" srcId="{C0890990-815C-41F3-BA27-A8FBC3BA2130}" destId="{97433730-9AFE-4588-B68F-533544079ACE}" srcOrd="0" destOrd="0" presId="urn:microsoft.com/office/officeart/2018/2/layout/IconCircleList"/>
    <dgm:cxn modelId="{D620D363-1943-49D1-B8CC-4E25A4DC119F}" type="presParOf" srcId="{C0890990-815C-41F3-BA27-A8FBC3BA2130}" destId="{B88BF7E3-9FA1-4E44-8648-A849DEF9EADC}" srcOrd="1" destOrd="0" presId="urn:microsoft.com/office/officeart/2018/2/layout/IconCircleList"/>
    <dgm:cxn modelId="{1D2CB757-032D-428C-A0B7-ADB2C8625D7B}" type="presParOf" srcId="{C0890990-815C-41F3-BA27-A8FBC3BA2130}" destId="{EFEADF1F-68B7-4593-B9A0-63005CF86F1B}" srcOrd="2" destOrd="0" presId="urn:microsoft.com/office/officeart/2018/2/layout/IconCircleList"/>
    <dgm:cxn modelId="{88AC7365-F0C5-4599-AEB8-9FF7B30F7739}" type="presParOf" srcId="{C0890990-815C-41F3-BA27-A8FBC3BA2130}" destId="{886EF6B3-A940-4510-A480-C7F1A3D3D480}" srcOrd="3" destOrd="0" presId="urn:microsoft.com/office/officeart/2018/2/layout/IconCircleList"/>
    <dgm:cxn modelId="{CF122DAF-15B8-441A-AA27-4CB38768F958}" type="presParOf" srcId="{A2B8271D-11B6-4256-80E0-EF32A187C383}" destId="{E6F68BBF-E0E0-4A07-9199-34A7A20A6841}" srcOrd="5" destOrd="0" presId="urn:microsoft.com/office/officeart/2018/2/layout/IconCircleList"/>
    <dgm:cxn modelId="{C2B1C4EE-51A5-4BE9-8EC3-7D36714E0F46}" type="presParOf" srcId="{A2B8271D-11B6-4256-80E0-EF32A187C383}" destId="{05596485-9DC0-4171-A15E-15AEBD681D48}" srcOrd="6" destOrd="0" presId="urn:microsoft.com/office/officeart/2018/2/layout/IconCircleList"/>
    <dgm:cxn modelId="{2CFAFE01-BE26-470B-813F-E9DCE8248732}" type="presParOf" srcId="{05596485-9DC0-4171-A15E-15AEBD681D48}" destId="{9172BB03-36D0-416D-B868-CC8CA4E6A19A}" srcOrd="0" destOrd="0" presId="urn:microsoft.com/office/officeart/2018/2/layout/IconCircleList"/>
    <dgm:cxn modelId="{280A7CC3-007A-4C03-8E51-630342E3416B}" type="presParOf" srcId="{05596485-9DC0-4171-A15E-15AEBD681D48}" destId="{FC288424-8016-480D-89A4-4DC9179B148F}" srcOrd="1" destOrd="0" presId="urn:microsoft.com/office/officeart/2018/2/layout/IconCircleList"/>
    <dgm:cxn modelId="{ED2084ED-4438-479A-BD04-BF478C8B128D}" type="presParOf" srcId="{05596485-9DC0-4171-A15E-15AEBD681D48}" destId="{6C1028B6-DC55-4465-8181-75CBAD7C0964}" srcOrd="2" destOrd="0" presId="urn:microsoft.com/office/officeart/2018/2/layout/IconCircleList"/>
    <dgm:cxn modelId="{B883787D-1BD6-47EF-92F1-C3EAC72E5C20}" type="presParOf" srcId="{05596485-9DC0-4171-A15E-15AEBD681D48}" destId="{B53807B5-43A3-4BDD-9CF5-26E30C0E69E4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17AF47-F93E-114E-A416-122F3A879F10}">
      <dsp:nvSpPr>
        <dsp:cNvPr id="0" name=""/>
        <dsp:cNvSpPr/>
      </dsp:nvSpPr>
      <dsp:spPr>
        <a:xfrm>
          <a:off x="0" y="80644"/>
          <a:ext cx="5000124" cy="170469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Hospital readmissions signal gaps in care and increase costs</a:t>
          </a:r>
        </a:p>
      </dsp:txBody>
      <dsp:txXfrm>
        <a:off x="83216" y="163860"/>
        <a:ext cx="4833692" cy="1538258"/>
      </dsp:txXfrm>
    </dsp:sp>
    <dsp:sp modelId="{B0EBA540-F9B2-564B-A20E-0890F748DF2C}">
      <dsp:nvSpPr>
        <dsp:cNvPr id="0" name=""/>
        <dsp:cNvSpPr/>
      </dsp:nvSpPr>
      <dsp:spPr>
        <a:xfrm>
          <a:off x="0" y="1874614"/>
          <a:ext cx="5000124" cy="1704690"/>
        </a:xfrm>
        <a:prstGeom prst="roundRect">
          <a:avLst/>
        </a:prstGeom>
        <a:gradFill rotWithShape="0">
          <a:gsLst>
            <a:gs pos="0">
              <a:schemeClr val="accent5">
                <a:hueOff val="-4966938"/>
                <a:satOff val="19906"/>
                <a:lumOff val="4314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4966938"/>
                <a:satOff val="19906"/>
                <a:lumOff val="4314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Early identification of high-risk patients is operationally critical</a:t>
          </a:r>
        </a:p>
      </dsp:txBody>
      <dsp:txXfrm>
        <a:off x="83216" y="1957830"/>
        <a:ext cx="4833692" cy="1538258"/>
      </dsp:txXfrm>
    </dsp:sp>
    <dsp:sp modelId="{266FC851-99AA-B749-8A64-5C6C9650BFF6}">
      <dsp:nvSpPr>
        <dsp:cNvPr id="0" name=""/>
        <dsp:cNvSpPr/>
      </dsp:nvSpPr>
      <dsp:spPr>
        <a:xfrm>
          <a:off x="0" y="3668585"/>
          <a:ext cx="5000124" cy="1704690"/>
        </a:xfrm>
        <a:prstGeom prst="roundRect">
          <a:avLst/>
        </a:prstGeom>
        <a:gradFill rotWithShape="0">
          <a:gsLst>
            <a:gs pos="0">
              <a:schemeClr val="accent5">
                <a:hueOff val="-9933876"/>
                <a:satOff val="39811"/>
                <a:lumOff val="8628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9933876"/>
                <a:satOff val="39811"/>
                <a:lumOff val="8628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Machine learning enables consistent, data-driven risk prediction</a:t>
          </a:r>
        </a:p>
      </dsp:txBody>
      <dsp:txXfrm>
        <a:off x="83216" y="3751801"/>
        <a:ext cx="4833692" cy="153825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8ED6879-E29C-41BD-B345-58BD483BB94D}">
      <dsp:nvSpPr>
        <dsp:cNvPr id="0" name=""/>
        <dsp:cNvSpPr/>
      </dsp:nvSpPr>
      <dsp:spPr>
        <a:xfrm>
          <a:off x="18535" y="659889"/>
          <a:ext cx="1080124" cy="108012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335304-232C-4FF2-B044-1996B69AA2D2}">
      <dsp:nvSpPr>
        <dsp:cNvPr id="0" name=""/>
        <dsp:cNvSpPr/>
      </dsp:nvSpPr>
      <dsp:spPr>
        <a:xfrm>
          <a:off x="245361" y="886715"/>
          <a:ext cx="626472" cy="62647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B5E25B-C749-4952-BC45-3399A753E97B}">
      <dsp:nvSpPr>
        <dsp:cNvPr id="0" name=""/>
        <dsp:cNvSpPr/>
      </dsp:nvSpPr>
      <dsp:spPr>
        <a:xfrm>
          <a:off x="1330115" y="659889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Binary classification: readmitted within 30 days</a:t>
          </a:r>
        </a:p>
      </dsp:txBody>
      <dsp:txXfrm>
        <a:off x="1330115" y="659889"/>
        <a:ext cx="2546008" cy="1080124"/>
      </dsp:txXfrm>
    </dsp:sp>
    <dsp:sp modelId="{E9E18482-2087-469D-9931-733F08F19F16}">
      <dsp:nvSpPr>
        <dsp:cNvPr id="0" name=""/>
        <dsp:cNvSpPr/>
      </dsp:nvSpPr>
      <dsp:spPr>
        <a:xfrm>
          <a:off x="4319746" y="659889"/>
          <a:ext cx="1080124" cy="108012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8F8D08D-3C8F-41F0-A49E-73B8B8AF6EDA}">
      <dsp:nvSpPr>
        <dsp:cNvPr id="0" name=""/>
        <dsp:cNvSpPr/>
      </dsp:nvSpPr>
      <dsp:spPr>
        <a:xfrm>
          <a:off x="4546573" y="886715"/>
          <a:ext cx="626472" cy="62647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11D941-473C-42AA-8E81-2D1F2750EEF1}">
      <dsp:nvSpPr>
        <dsp:cNvPr id="0" name=""/>
        <dsp:cNvSpPr/>
      </dsp:nvSpPr>
      <dsp:spPr>
        <a:xfrm>
          <a:off x="5631327" y="659889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Severe class imbalance (~11% positive)</a:t>
          </a:r>
        </a:p>
      </dsp:txBody>
      <dsp:txXfrm>
        <a:off x="5631327" y="659889"/>
        <a:ext cx="2546008" cy="1080124"/>
      </dsp:txXfrm>
    </dsp:sp>
    <dsp:sp modelId="{7B0DF342-6551-4541-BDDA-D6759B2B8A03}">
      <dsp:nvSpPr>
        <dsp:cNvPr id="0" name=""/>
        <dsp:cNvSpPr/>
      </dsp:nvSpPr>
      <dsp:spPr>
        <a:xfrm>
          <a:off x="18535" y="2452790"/>
          <a:ext cx="1080124" cy="108012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B6238E-6327-4D86-AAB1-77EBB5005F4D}">
      <dsp:nvSpPr>
        <dsp:cNvPr id="0" name=""/>
        <dsp:cNvSpPr/>
      </dsp:nvSpPr>
      <dsp:spPr>
        <a:xfrm>
          <a:off x="245361" y="2679617"/>
          <a:ext cx="626472" cy="62647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278026-788B-4BD3-B1BF-B1A6B81F1089}">
      <dsp:nvSpPr>
        <dsp:cNvPr id="0" name=""/>
        <dsp:cNvSpPr/>
      </dsp:nvSpPr>
      <dsp:spPr>
        <a:xfrm>
          <a:off x="1330115" y="2452790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Focus on recall and ROC-AUC, not just accuracy</a:t>
          </a:r>
        </a:p>
      </dsp:txBody>
      <dsp:txXfrm>
        <a:off x="1330115" y="2452790"/>
        <a:ext cx="2546008" cy="1080124"/>
      </dsp:txXfrm>
    </dsp:sp>
    <dsp:sp modelId="{B91B191B-8217-4EFA-84EC-71547573CE17}">
      <dsp:nvSpPr>
        <dsp:cNvPr id="0" name=""/>
        <dsp:cNvSpPr/>
      </dsp:nvSpPr>
      <dsp:spPr>
        <a:xfrm>
          <a:off x="4319746" y="2452790"/>
          <a:ext cx="1080124" cy="108012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74D88A-BA8A-4EC3-8670-00ECCF0FABB9}">
      <dsp:nvSpPr>
        <dsp:cNvPr id="0" name=""/>
        <dsp:cNvSpPr/>
      </dsp:nvSpPr>
      <dsp:spPr>
        <a:xfrm>
          <a:off x="4546573" y="2679617"/>
          <a:ext cx="626472" cy="62647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BC58AF-997C-48FD-8A42-18548D307806}">
      <dsp:nvSpPr>
        <dsp:cNvPr id="0" name=""/>
        <dsp:cNvSpPr/>
      </dsp:nvSpPr>
      <dsp:spPr>
        <a:xfrm>
          <a:off x="5631327" y="2452790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Goal: identify patients for intervention</a:t>
          </a:r>
        </a:p>
      </dsp:txBody>
      <dsp:txXfrm>
        <a:off x="5631327" y="2452790"/>
        <a:ext cx="2546008" cy="108012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F18FB1-EB22-1849-A75F-F61FED2505A2}">
      <dsp:nvSpPr>
        <dsp:cNvPr id="0" name=""/>
        <dsp:cNvSpPr/>
      </dsp:nvSpPr>
      <dsp:spPr>
        <a:xfrm>
          <a:off x="2001533" y="0"/>
          <a:ext cx="4192805" cy="4192805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FDA573-4397-174C-B5E1-A290BE48DE06}">
      <dsp:nvSpPr>
        <dsp:cNvPr id="0" name=""/>
        <dsp:cNvSpPr/>
      </dsp:nvSpPr>
      <dsp:spPr>
        <a:xfrm>
          <a:off x="2399849" y="398316"/>
          <a:ext cx="1635193" cy="163519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101,766 hospital encounters, 47 features</a:t>
          </a:r>
        </a:p>
      </dsp:txBody>
      <dsp:txXfrm>
        <a:off x="2479673" y="478140"/>
        <a:ext cx="1475545" cy="1475545"/>
      </dsp:txXfrm>
    </dsp:sp>
    <dsp:sp modelId="{6BF01E6E-DA14-494F-B731-175E7027E89B}">
      <dsp:nvSpPr>
        <dsp:cNvPr id="0" name=""/>
        <dsp:cNvSpPr/>
      </dsp:nvSpPr>
      <dsp:spPr>
        <a:xfrm>
          <a:off x="4160827" y="398316"/>
          <a:ext cx="1635193" cy="1635193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Demographics, diagnoses, utilization variables</a:t>
          </a:r>
        </a:p>
      </dsp:txBody>
      <dsp:txXfrm>
        <a:off x="4240651" y="478140"/>
        <a:ext cx="1475545" cy="1475545"/>
      </dsp:txXfrm>
    </dsp:sp>
    <dsp:sp modelId="{51F93BEE-08CA-B446-B8F1-4C99BC9DCD6F}">
      <dsp:nvSpPr>
        <dsp:cNvPr id="0" name=""/>
        <dsp:cNvSpPr/>
      </dsp:nvSpPr>
      <dsp:spPr>
        <a:xfrm>
          <a:off x="2399849" y="2159294"/>
          <a:ext cx="1635193" cy="1635193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Structured healthcare dataset</a:t>
          </a:r>
        </a:p>
      </dsp:txBody>
      <dsp:txXfrm>
        <a:off x="2479673" y="2239118"/>
        <a:ext cx="1475545" cy="1475545"/>
      </dsp:txXfrm>
    </dsp:sp>
    <dsp:sp modelId="{4353582E-2D51-DD45-A3B7-05BFC8552C0A}">
      <dsp:nvSpPr>
        <dsp:cNvPr id="0" name=""/>
        <dsp:cNvSpPr/>
      </dsp:nvSpPr>
      <dsp:spPr>
        <a:xfrm>
          <a:off x="4160827" y="2159294"/>
          <a:ext cx="1635193" cy="1635193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Imbalanced outcome distribution</a:t>
          </a:r>
        </a:p>
      </dsp:txBody>
      <dsp:txXfrm>
        <a:off x="4240651" y="2239118"/>
        <a:ext cx="1475545" cy="147554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BDB626-00C0-C64B-82E1-AC7B3FF538C1}">
      <dsp:nvSpPr>
        <dsp:cNvPr id="0" name=""/>
        <dsp:cNvSpPr/>
      </dsp:nvSpPr>
      <dsp:spPr>
        <a:xfrm>
          <a:off x="0" y="0"/>
          <a:ext cx="481717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1663C7-05D9-D24F-9397-6037AA3C5D0C}">
      <dsp:nvSpPr>
        <dsp:cNvPr id="0" name=""/>
        <dsp:cNvSpPr/>
      </dsp:nvSpPr>
      <dsp:spPr>
        <a:xfrm>
          <a:off x="0" y="0"/>
          <a:ext cx="4817176" cy="12713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Handled '?' missing values via imputation</a:t>
          </a:r>
        </a:p>
      </dsp:txBody>
      <dsp:txXfrm>
        <a:off x="0" y="0"/>
        <a:ext cx="4817176" cy="1271361"/>
      </dsp:txXfrm>
    </dsp:sp>
    <dsp:sp modelId="{9E7DBB45-74EF-9343-A59A-057F7706A6CF}">
      <dsp:nvSpPr>
        <dsp:cNvPr id="0" name=""/>
        <dsp:cNvSpPr/>
      </dsp:nvSpPr>
      <dsp:spPr>
        <a:xfrm>
          <a:off x="0" y="1271361"/>
          <a:ext cx="4817176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9B5D16-FB47-CE48-9862-02EFEFAE4386}">
      <dsp:nvSpPr>
        <dsp:cNvPr id="0" name=""/>
        <dsp:cNvSpPr/>
      </dsp:nvSpPr>
      <dsp:spPr>
        <a:xfrm>
          <a:off x="0" y="1271361"/>
          <a:ext cx="4817176" cy="12713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One-hot encoded categorical variables</a:t>
          </a:r>
        </a:p>
      </dsp:txBody>
      <dsp:txXfrm>
        <a:off x="0" y="1271361"/>
        <a:ext cx="4817176" cy="1271361"/>
      </dsp:txXfrm>
    </dsp:sp>
    <dsp:sp modelId="{BFCC49D5-8866-3248-850B-3A5ACE575179}">
      <dsp:nvSpPr>
        <dsp:cNvPr id="0" name=""/>
        <dsp:cNvSpPr/>
      </dsp:nvSpPr>
      <dsp:spPr>
        <a:xfrm>
          <a:off x="0" y="2542722"/>
          <a:ext cx="4817176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719155-BD66-C143-958A-449DB98E6D3A}">
      <dsp:nvSpPr>
        <dsp:cNvPr id="0" name=""/>
        <dsp:cNvSpPr/>
      </dsp:nvSpPr>
      <dsp:spPr>
        <a:xfrm>
          <a:off x="0" y="2542722"/>
          <a:ext cx="4817176" cy="12713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Standardized numeric features</a:t>
          </a:r>
        </a:p>
      </dsp:txBody>
      <dsp:txXfrm>
        <a:off x="0" y="2542722"/>
        <a:ext cx="4817176" cy="1271361"/>
      </dsp:txXfrm>
    </dsp:sp>
    <dsp:sp modelId="{2BCB4D47-176B-C047-B33A-DA69BEF1A4E6}">
      <dsp:nvSpPr>
        <dsp:cNvPr id="0" name=""/>
        <dsp:cNvSpPr/>
      </dsp:nvSpPr>
      <dsp:spPr>
        <a:xfrm>
          <a:off x="0" y="3814083"/>
          <a:ext cx="4817176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17463E-B951-9C4B-8911-36F770524A87}">
      <dsp:nvSpPr>
        <dsp:cNvPr id="0" name=""/>
        <dsp:cNvSpPr/>
      </dsp:nvSpPr>
      <dsp:spPr>
        <a:xfrm>
          <a:off x="0" y="3814083"/>
          <a:ext cx="4817176" cy="12713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Stratified train-test split</a:t>
          </a:r>
        </a:p>
      </dsp:txBody>
      <dsp:txXfrm>
        <a:off x="0" y="3814083"/>
        <a:ext cx="4817176" cy="127136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E3FECF-60DF-D044-AD6F-36E376F98196}">
      <dsp:nvSpPr>
        <dsp:cNvPr id="0" name=""/>
        <dsp:cNvSpPr/>
      </dsp:nvSpPr>
      <dsp:spPr>
        <a:xfrm>
          <a:off x="0" y="0"/>
          <a:ext cx="6556696" cy="92241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Logistic Regression: interpretable baseline</a:t>
          </a:r>
        </a:p>
      </dsp:txBody>
      <dsp:txXfrm>
        <a:off x="27017" y="27017"/>
        <a:ext cx="5483391" cy="868383"/>
      </dsp:txXfrm>
    </dsp:sp>
    <dsp:sp modelId="{C40F07AD-3149-E945-9BA5-50E1896D5DDB}">
      <dsp:nvSpPr>
        <dsp:cNvPr id="0" name=""/>
        <dsp:cNvSpPr/>
      </dsp:nvSpPr>
      <dsp:spPr>
        <a:xfrm>
          <a:off x="549123" y="1090129"/>
          <a:ext cx="6556696" cy="922417"/>
        </a:xfrm>
        <a:prstGeom prst="roundRect">
          <a:avLst>
            <a:gd name="adj" fmla="val 10000"/>
          </a:avLst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Random Forest: nonlinear ensemble model</a:t>
          </a:r>
        </a:p>
      </dsp:txBody>
      <dsp:txXfrm>
        <a:off x="576140" y="1117146"/>
        <a:ext cx="5353968" cy="868383"/>
      </dsp:txXfrm>
    </dsp:sp>
    <dsp:sp modelId="{774F1BE2-9446-BE4B-B0A2-C85929365CF6}">
      <dsp:nvSpPr>
        <dsp:cNvPr id="0" name=""/>
        <dsp:cNvSpPr/>
      </dsp:nvSpPr>
      <dsp:spPr>
        <a:xfrm>
          <a:off x="1090050" y="2180258"/>
          <a:ext cx="6556696" cy="922417"/>
        </a:xfrm>
        <a:prstGeom prst="roundRect">
          <a:avLst>
            <a:gd name="adj" fmla="val 10000"/>
          </a:avLst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Gradient Boosting: final model (best ROC-AUC)</a:t>
          </a:r>
        </a:p>
      </dsp:txBody>
      <dsp:txXfrm>
        <a:off x="1117067" y="2207275"/>
        <a:ext cx="5362164" cy="868383"/>
      </dsp:txXfrm>
    </dsp:sp>
    <dsp:sp modelId="{49472E01-8A6F-D845-B2D6-5F17C752822C}">
      <dsp:nvSpPr>
        <dsp:cNvPr id="0" name=""/>
        <dsp:cNvSpPr/>
      </dsp:nvSpPr>
      <dsp:spPr>
        <a:xfrm>
          <a:off x="1639174" y="3270387"/>
          <a:ext cx="6556696" cy="922417"/>
        </a:xfrm>
        <a:prstGeom prst="roundRect">
          <a:avLst>
            <a:gd name="adj" fmla="val 10000"/>
          </a:avLst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Compared using classification metrics + curves</a:t>
          </a:r>
        </a:p>
      </dsp:txBody>
      <dsp:txXfrm>
        <a:off x="1666191" y="3297404"/>
        <a:ext cx="5353968" cy="868383"/>
      </dsp:txXfrm>
    </dsp:sp>
    <dsp:sp modelId="{1310FCBC-BB0F-E04E-83C3-ED615C659802}">
      <dsp:nvSpPr>
        <dsp:cNvPr id="0" name=""/>
        <dsp:cNvSpPr/>
      </dsp:nvSpPr>
      <dsp:spPr>
        <a:xfrm>
          <a:off x="5957125" y="706487"/>
          <a:ext cx="599571" cy="59957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700" kern="1200"/>
        </a:p>
      </dsp:txBody>
      <dsp:txXfrm>
        <a:off x="6092028" y="706487"/>
        <a:ext cx="329765" cy="451177"/>
      </dsp:txXfrm>
    </dsp:sp>
    <dsp:sp modelId="{6C99B521-12D9-AC4A-AD3C-3BDF6ECD35DC}">
      <dsp:nvSpPr>
        <dsp:cNvPr id="0" name=""/>
        <dsp:cNvSpPr/>
      </dsp:nvSpPr>
      <dsp:spPr>
        <a:xfrm>
          <a:off x="6506249" y="1796616"/>
          <a:ext cx="599571" cy="59957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2512910"/>
            <a:satOff val="-2189"/>
            <a:lumOff val="-3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2512910"/>
              <a:satOff val="-2189"/>
              <a:lumOff val="-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700" kern="1200"/>
        </a:p>
      </dsp:txBody>
      <dsp:txXfrm>
        <a:off x="6641152" y="1796616"/>
        <a:ext cx="329765" cy="451177"/>
      </dsp:txXfrm>
    </dsp:sp>
    <dsp:sp modelId="{C56BADE4-AB2A-C94A-A2D0-0DF10CF50960}">
      <dsp:nvSpPr>
        <dsp:cNvPr id="0" name=""/>
        <dsp:cNvSpPr/>
      </dsp:nvSpPr>
      <dsp:spPr>
        <a:xfrm>
          <a:off x="7047176" y="2886746"/>
          <a:ext cx="599571" cy="59957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5025821"/>
            <a:satOff val="-4378"/>
            <a:lumOff val="-6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5025821"/>
              <a:satOff val="-4378"/>
              <a:lumOff val="-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700" kern="1200"/>
        </a:p>
      </dsp:txBody>
      <dsp:txXfrm>
        <a:off x="7182079" y="2886746"/>
        <a:ext cx="329765" cy="45117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A3D91E-78E3-064F-87EF-890DCEED1D75}">
      <dsp:nvSpPr>
        <dsp:cNvPr id="0" name=""/>
        <dsp:cNvSpPr/>
      </dsp:nvSpPr>
      <dsp:spPr>
        <a:xfrm>
          <a:off x="0" y="378320"/>
          <a:ext cx="5000124" cy="111384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Logistic Regression: highest recall for minority class</a:t>
          </a:r>
        </a:p>
      </dsp:txBody>
      <dsp:txXfrm>
        <a:off x="54373" y="432693"/>
        <a:ext cx="4891378" cy="1005094"/>
      </dsp:txXfrm>
    </dsp:sp>
    <dsp:sp modelId="{C8436D31-8DBF-914C-97C5-773B52F0261E}">
      <dsp:nvSpPr>
        <dsp:cNvPr id="0" name=""/>
        <dsp:cNvSpPr/>
      </dsp:nvSpPr>
      <dsp:spPr>
        <a:xfrm>
          <a:off x="0" y="1572800"/>
          <a:ext cx="5000124" cy="1113840"/>
        </a:xfrm>
        <a:prstGeom prst="roundRect">
          <a:avLst/>
        </a:prstGeom>
        <a:gradFill rotWithShape="0">
          <a:gsLst>
            <a:gs pos="0">
              <a:schemeClr val="accent5">
                <a:hueOff val="-3311292"/>
                <a:satOff val="13270"/>
                <a:lumOff val="2876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3311292"/>
                <a:satOff val="13270"/>
                <a:lumOff val="2876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Tree models: higher accuracy but low recall</a:t>
          </a:r>
        </a:p>
      </dsp:txBody>
      <dsp:txXfrm>
        <a:off x="54373" y="1627173"/>
        <a:ext cx="4891378" cy="1005094"/>
      </dsp:txXfrm>
    </dsp:sp>
    <dsp:sp modelId="{5420DDE0-C41D-3147-98E1-0E4FCD2F4DC5}">
      <dsp:nvSpPr>
        <dsp:cNvPr id="0" name=""/>
        <dsp:cNvSpPr/>
      </dsp:nvSpPr>
      <dsp:spPr>
        <a:xfrm>
          <a:off x="0" y="2767280"/>
          <a:ext cx="5000124" cy="1113840"/>
        </a:xfrm>
        <a:prstGeom prst="roundRect">
          <a:avLst/>
        </a:prstGeom>
        <a:gradFill rotWithShape="0">
          <a:gsLst>
            <a:gs pos="0">
              <a:schemeClr val="accent5">
                <a:hueOff val="-6622584"/>
                <a:satOff val="26541"/>
                <a:lumOff val="5752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6622584"/>
                <a:satOff val="26541"/>
                <a:lumOff val="5752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Gradient Boosting: best ranking performance (ROC-AUC 0.679)</a:t>
          </a:r>
        </a:p>
      </dsp:txBody>
      <dsp:txXfrm>
        <a:off x="54373" y="2821653"/>
        <a:ext cx="4891378" cy="1005094"/>
      </dsp:txXfrm>
    </dsp:sp>
    <dsp:sp modelId="{657479D0-8E30-BD40-BC07-121761011218}">
      <dsp:nvSpPr>
        <dsp:cNvPr id="0" name=""/>
        <dsp:cNvSpPr/>
      </dsp:nvSpPr>
      <dsp:spPr>
        <a:xfrm>
          <a:off x="0" y="3961760"/>
          <a:ext cx="5000124" cy="1113840"/>
        </a:xfrm>
        <a:prstGeom prst="roundRect">
          <a:avLst/>
        </a:prstGeom>
        <a:gradFill rotWithShape="0">
          <a:gsLst>
            <a:gs pos="0">
              <a:schemeClr val="accent5">
                <a:hueOff val="-9933876"/>
                <a:satOff val="39811"/>
                <a:lumOff val="8628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-9933876"/>
                <a:satOff val="39811"/>
                <a:lumOff val="8628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Tradeoff between recall and precision is critical</a:t>
          </a:r>
        </a:p>
      </dsp:txBody>
      <dsp:txXfrm>
        <a:off x="54373" y="4016133"/>
        <a:ext cx="4891378" cy="100509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DD7B59-4DD0-9A47-9BD1-BA7CB89153E7}">
      <dsp:nvSpPr>
        <dsp:cNvPr id="0" name=""/>
        <dsp:cNvSpPr/>
      </dsp:nvSpPr>
      <dsp:spPr>
        <a:xfrm>
          <a:off x="0" y="251670"/>
          <a:ext cx="5175384" cy="11934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Gradient Boosting selected as best ranking model</a:t>
          </a:r>
        </a:p>
      </dsp:txBody>
      <dsp:txXfrm>
        <a:off x="58257" y="309927"/>
        <a:ext cx="5058870" cy="1076886"/>
      </dsp:txXfrm>
    </dsp:sp>
    <dsp:sp modelId="{DE69CA84-B6FB-494B-BF21-3786D693A526}">
      <dsp:nvSpPr>
        <dsp:cNvPr id="0" name=""/>
        <dsp:cNvSpPr/>
      </dsp:nvSpPr>
      <dsp:spPr>
        <a:xfrm>
          <a:off x="0" y="1531470"/>
          <a:ext cx="5175384" cy="1193400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Strong ROC-AUC but weak default recall</a:t>
          </a:r>
        </a:p>
      </dsp:txBody>
      <dsp:txXfrm>
        <a:off x="58257" y="1589727"/>
        <a:ext cx="5058870" cy="1076886"/>
      </dsp:txXfrm>
    </dsp:sp>
    <dsp:sp modelId="{34FCB31E-6717-BC45-BEB3-0D2D6AC074BC}">
      <dsp:nvSpPr>
        <dsp:cNvPr id="0" name=""/>
        <dsp:cNvSpPr/>
      </dsp:nvSpPr>
      <dsp:spPr>
        <a:xfrm>
          <a:off x="0" y="2811270"/>
          <a:ext cx="5175384" cy="1193400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Better suited for risk stratification than classification</a:t>
          </a:r>
        </a:p>
      </dsp:txBody>
      <dsp:txXfrm>
        <a:off x="58257" y="2869527"/>
        <a:ext cx="5058870" cy="1076886"/>
      </dsp:txXfrm>
    </dsp:sp>
    <dsp:sp modelId="{F9F4EDC5-3CC4-284A-95E1-935F3AEEBD89}">
      <dsp:nvSpPr>
        <dsp:cNvPr id="0" name=""/>
        <dsp:cNvSpPr/>
      </dsp:nvSpPr>
      <dsp:spPr>
        <a:xfrm>
          <a:off x="0" y="4091070"/>
          <a:ext cx="5175384" cy="119340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Requires threshold optimization for deployment</a:t>
          </a:r>
        </a:p>
      </dsp:txBody>
      <dsp:txXfrm>
        <a:off x="58257" y="4149327"/>
        <a:ext cx="5058870" cy="107688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195793-0949-CF4E-A70B-DEEF83DE489D}">
      <dsp:nvSpPr>
        <dsp:cNvPr id="0" name=""/>
        <dsp:cNvSpPr/>
      </dsp:nvSpPr>
      <dsp:spPr>
        <a:xfrm>
          <a:off x="160" y="684954"/>
          <a:ext cx="1932912" cy="231949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929" tIns="0" rIns="190929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Use model for ranking high-risk patients</a:t>
          </a:r>
        </a:p>
      </dsp:txBody>
      <dsp:txXfrm>
        <a:off x="160" y="1612752"/>
        <a:ext cx="1932912" cy="1391697"/>
      </dsp:txXfrm>
    </dsp:sp>
    <dsp:sp modelId="{AAC8273C-1D5C-E640-A471-401A0EEA3E77}">
      <dsp:nvSpPr>
        <dsp:cNvPr id="0" name=""/>
        <dsp:cNvSpPr/>
      </dsp:nvSpPr>
      <dsp:spPr>
        <a:xfrm>
          <a:off x="160" y="684954"/>
          <a:ext cx="1932912" cy="927798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929" tIns="165100" rIns="190929" bIns="16510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01</a:t>
          </a:r>
        </a:p>
      </dsp:txBody>
      <dsp:txXfrm>
        <a:off x="160" y="684954"/>
        <a:ext cx="1932912" cy="927798"/>
      </dsp:txXfrm>
    </dsp:sp>
    <dsp:sp modelId="{1C4F4531-DABB-3B47-978B-BA8F76B2E407}">
      <dsp:nvSpPr>
        <dsp:cNvPr id="0" name=""/>
        <dsp:cNvSpPr/>
      </dsp:nvSpPr>
      <dsp:spPr>
        <a:xfrm>
          <a:off x="2087706" y="684954"/>
          <a:ext cx="1932912" cy="2319495"/>
        </a:xfrm>
        <a:prstGeom prst="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accent2">
              <a:hueOff val="1560506"/>
              <a:satOff val="-1946"/>
              <a:lumOff val="4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929" tIns="0" rIns="190929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Adjust threshold based on intervention capacity</a:t>
          </a:r>
        </a:p>
      </dsp:txBody>
      <dsp:txXfrm>
        <a:off x="2087706" y="1612752"/>
        <a:ext cx="1932912" cy="1391697"/>
      </dsp:txXfrm>
    </dsp:sp>
    <dsp:sp modelId="{13C2F004-5067-804E-B124-F0A62CDB0DC5}">
      <dsp:nvSpPr>
        <dsp:cNvPr id="0" name=""/>
        <dsp:cNvSpPr/>
      </dsp:nvSpPr>
      <dsp:spPr>
        <a:xfrm>
          <a:off x="2087706" y="684954"/>
          <a:ext cx="1932912" cy="927798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929" tIns="165100" rIns="190929" bIns="16510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02</a:t>
          </a:r>
        </a:p>
      </dsp:txBody>
      <dsp:txXfrm>
        <a:off x="2087706" y="684954"/>
        <a:ext cx="1932912" cy="927798"/>
      </dsp:txXfrm>
    </dsp:sp>
    <dsp:sp modelId="{D253D781-AF16-5C42-95CE-E9A59FE8D42F}">
      <dsp:nvSpPr>
        <dsp:cNvPr id="0" name=""/>
        <dsp:cNvSpPr/>
      </dsp:nvSpPr>
      <dsp:spPr>
        <a:xfrm>
          <a:off x="4175252" y="684954"/>
          <a:ext cx="1932912" cy="2319495"/>
        </a:xfrm>
        <a:prstGeom prst="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accent2">
              <a:hueOff val="3121013"/>
              <a:satOff val="-3893"/>
              <a:lumOff val="91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929" tIns="0" rIns="190929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Prioritize highest-risk cases for follow-up</a:t>
          </a:r>
        </a:p>
      </dsp:txBody>
      <dsp:txXfrm>
        <a:off x="4175252" y="1612752"/>
        <a:ext cx="1932912" cy="1391697"/>
      </dsp:txXfrm>
    </dsp:sp>
    <dsp:sp modelId="{73752A00-80DF-964B-9D52-4B6A9755B4AE}">
      <dsp:nvSpPr>
        <dsp:cNvPr id="0" name=""/>
        <dsp:cNvSpPr/>
      </dsp:nvSpPr>
      <dsp:spPr>
        <a:xfrm>
          <a:off x="4175252" y="684954"/>
          <a:ext cx="1932912" cy="927798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929" tIns="165100" rIns="190929" bIns="16510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03</a:t>
          </a:r>
        </a:p>
      </dsp:txBody>
      <dsp:txXfrm>
        <a:off x="4175252" y="684954"/>
        <a:ext cx="1932912" cy="927798"/>
      </dsp:txXfrm>
    </dsp:sp>
    <dsp:sp modelId="{19A8F401-2050-CA4E-BA05-792AF152B0C4}">
      <dsp:nvSpPr>
        <dsp:cNvPr id="0" name=""/>
        <dsp:cNvSpPr/>
      </dsp:nvSpPr>
      <dsp:spPr>
        <a:xfrm>
          <a:off x="6262797" y="684954"/>
          <a:ext cx="1932912" cy="2319495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accent2">
              <a:hueOff val="4681519"/>
              <a:satOff val="-5839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929" tIns="0" rIns="190929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Integrate into clinical decision-support workflows</a:t>
          </a:r>
        </a:p>
      </dsp:txBody>
      <dsp:txXfrm>
        <a:off x="6262797" y="1612752"/>
        <a:ext cx="1932912" cy="1391697"/>
      </dsp:txXfrm>
    </dsp:sp>
    <dsp:sp modelId="{A4C3013B-AC91-2D47-AFA7-D9C42B9A9C2A}">
      <dsp:nvSpPr>
        <dsp:cNvPr id="0" name=""/>
        <dsp:cNvSpPr/>
      </dsp:nvSpPr>
      <dsp:spPr>
        <a:xfrm>
          <a:off x="6262797" y="684954"/>
          <a:ext cx="1932912" cy="927798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929" tIns="165100" rIns="190929" bIns="16510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04</a:t>
          </a:r>
        </a:p>
      </dsp:txBody>
      <dsp:txXfrm>
        <a:off x="6262797" y="684954"/>
        <a:ext cx="1932912" cy="927798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46E865-3560-7143-8611-B44FBEFBC028}">
      <dsp:nvSpPr>
        <dsp:cNvPr id="0" name=""/>
        <dsp:cNvSpPr/>
      </dsp:nvSpPr>
      <dsp:spPr>
        <a:xfrm>
          <a:off x="0" y="30"/>
          <a:ext cx="5175384" cy="13127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Severe class imbalance impacts recall</a:t>
          </a:r>
        </a:p>
      </dsp:txBody>
      <dsp:txXfrm>
        <a:off x="64083" y="64113"/>
        <a:ext cx="5047218" cy="1184574"/>
      </dsp:txXfrm>
    </dsp:sp>
    <dsp:sp modelId="{0B5FA824-4C53-F348-96BE-C2B82576595F}">
      <dsp:nvSpPr>
        <dsp:cNvPr id="0" name=""/>
        <dsp:cNvSpPr/>
      </dsp:nvSpPr>
      <dsp:spPr>
        <a:xfrm>
          <a:off x="0" y="1407810"/>
          <a:ext cx="5175384" cy="1312740"/>
        </a:xfrm>
        <a:prstGeom prst="roundRect">
          <a:avLst/>
        </a:prstGeom>
        <a:solidFill>
          <a:schemeClr val="accent5">
            <a:hueOff val="-3311292"/>
            <a:satOff val="13270"/>
            <a:lumOff val="287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Limited feature scope (no temporal data)</a:t>
          </a:r>
        </a:p>
      </dsp:txBody>
      <dsp:txXfrm>
        <a:off x="64083" y="1471893"/>
        <a:ext cx="5047218" cy="1184574"/>
      </dsp:txXfrm>
    </dsp:sp>
    <dsp:sp modelId="{60985C7A-C615-634C-8C42-888715EC1D00}">
      <dsp:nvSpPr>
        <dsp:cNvPr id="0" name=""/>
        <dsp:cNvSpPr/>
      </dsp:nvSpPr>
      <dsp:spPr>
        <a:xfrm>
          <a:off x="0" y="2815590"/>
          <a:ext cx="5175384" cy="1312740"/>
        </a:xfrm>
        <a:prstGeom prst="roundRect">
          <a:avLst/>
        </a:prstGeom>
        <a:solidFill>
          <a:schemeClr val="accent5">
            <a:hueOff val="-6622584"/>
            <a:satOff val="26541"/>
            <a:lumOff val="575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Default threshold not optimized</a:t>
          </a:r>
        </a:p>
      </dsp:txBody>
      <dsp:txXfrm>
        <a:off x="64083" y="2879673"/>
        <a:ext cx="5047218" cy="1184574"/>
      </dsp:txXfrm>
    </dsp:sp>
    <dsp:sp modelId="{AB98C15E-D818-444E-964A-2C07B10DF9D4}">
      <dsp:nvSpPr>
        <dsp:cNvPr id="0" name=""/>
        <dsp:cNvSpPr/>
      </dsp:nvSpPr>
      <dsp:spPr>
        <a:xfrm>
          <a:off x="0" y="4223370"/>
          <a:ext cx="5175384" cy="1312740"/>
        </a:xfrm>
        <a:prstGeom prst="roundRect">
          <a:avLst/>
        </a:prstGeom>
        <a:solidFill>
          <a:schemeClr val="accent5">
            <a:hueOff val="-9933876"/>
            <a:satOff val="39811"/>
            <a:lumOff val="862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Not yet deployment-ready</a:t>
          </a:r>
        </a:p>
      </dsp:txBody>
      <dsp:txXfrm>
        <a:off x="64083" y="4287453"/>
        <a:ext cx="5047218" cy="1184574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F26B3E-864C-1D41-BE72-CE9402F67DC3}">
      <dsp:nvSpPr>
        <dsp:cNvPr id="0" name=""/>
        <dsp:cNvSpPr/>
      </dsp:nvSpPr>
      <dsp:spPr>
        <a:xfrm>
          <a:off x="2622678" y="1846"/>
          <a:ext cx="2950513" cy="88812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Threshold tuning and cost-sensitive learning</a:t>
          </a:r>
        </a:p>
      </dsp:txBody>
      <dsp:txXfrm>
        <a:off x="2666033" y="45201"/>
        <a:ext cx="2863803" cy="801413"/>
      </dsp:txXfrm>
    </dsp:sp>
    <dsp:sp modelId="{1D56423F-601A-E844-9702-1D4EA5694AB6}">
      <dsp:nvSpPr>
        <dsp:cNvPr id="0" name=""/>
        <dsp:cNvSpPr/>
      </dsp:nvSpPr>
      <dsp:spPr>
        <a:xfrm>
          <a:off x="2622678" y="934376"/>
          <a:ext cx="2950513" cy="888123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Explore advanced boosting methods (XGBoost)</a:t>
          </a:r>
        </a:p>
      </dsp:txBody>
      <dsp:txXfrm>
        <a:off x="2666033" y="977731"/>
        <a:ext cx="2863803" cy="801413"/>
      </dsp:txXfrm>
    </dsp:sp>
    <dsp:sp modelId="{50A54D46-5891-D14C-9E71-3878CB5A9AB4}">
      <dsp:nvSpPr>
        <dsp:cNvPr id="0" name=""/>
        <dsp:cNvSpPr/>
      </dsp:nvSpPr>
      <dsp:spPr>
        <a:xfrm>
          <a:off x="2622678" y="1866905"/>
          <a:ext cx="2950513" cy="888123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Use SHAP for interpretability</a:t>
          </a:r>
        </a:p>
      </dsp:txBody>
      <dsp:txXfrm>
        <a:off x="2666033" y="1910260"/>
        <a:ext cx="2863803" cy="801413"/>
      </dsp:txXfrm>
    </dsp:sp>
    <dsp:sp modelId="{E4761523-0772-4B4D-AE7E-3EE71815B56E}">
      <dsp:nvSpPr>
        <dsp:cNvPr id="0" name=""/>
        <dsp:cNvSpPr/>
      </dsp:nvSpPr>
      <dsp:spPr>
        <a:xfrm>
          <a:off x="2622678" y="2799435"/>
          <a:ext cx="2950513" cy="888123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Add richer clinical and temporal features</a:t>
          </a:r>
        </a:p>
      </dsp:txBody>
      <dsp:txXfrm>
        <a:off x="2666033" y="2842790"/>
        <a:ext cx="2863803" cy="801413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E3313C-55E8-4123-BD58-2AF2C5D81A9B}">
      <dsp:nvSpPr>
        <dsp:cNvPr id="0" name=""/>
        <dsp:cNvSpPr/>
      </dsp:nvSpPr>
      <dsp:spPr>
        <a:xfrm>
          <a:off x="18535" y="450978"/>
          <a:ext cx="1080124" cy="108012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E6AF50-A9B9-490D-8582-F2B9DE27BFAD}">
      <dsp:nvSpPr>
        <dsp:cNvPr id="0" name=""/>
        <dsp:cNvSpPr/>
      </dsp:nvSpPr>
      <dsp:spPr>
        <a:xfrm>
          <a:off x="245361" y="677804"/>
          <a:ext cx="626472" cy="62647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4346C2-7210-4179-82ED-2B7029BABDE8}">
      <dsp:nvSpPr>
        <dsp:cNvPr id="0" name=""/>
        <dsp:cNvSpPr/>
      </dsp:nvSpPr>
      <dsp:spPr>
        <a:xfrm>
          <a:off x="1330115" y="450978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Readmission prediction is challenging due to imbalance</a:t>
          </a:r>
        </a:p>
      </dsp:txBody>
      <dsp:txXfrm>
        <a:off x="1330115" y="450978"/>
        <a:ext cx="2546008" cy="1080124"/>
      </dsp:txXfrm>
    </dsp:sp>
    <dsp:sp modelId="{42485CEB-2A02-4062-81A0-81ADAEF88E22}">
      <dsp:nvSpPr>
        <dsp:cNvPr id="0" name=""/>
        <dsp:cNvSpPr/>
      </dsp:nvSpPr>
      <dsp:spPr>
        <a:xfrm>
          <a:off x="4319746" y="450978"/>
          <a:ext cx="1080124" cy="108012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7595C0F-37F9-4CED-A63E-971AA3F50039}">
      <dsp:nvSpPr>
        <dsp:cNvPr id="0" name=""/>
        <dsp:cNvSpPr/>
      </dsp:nvSpPr>
      <dsp:spPr>
        <a:xfrm>
          <a:off x="4546573" y="677804"/>
          <a:ext cx="626472" cy="62647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C4C83F-D127-458F-B6FE-F4D90F769F2F}">
      <dsp:nvSpPr>
        <dsp:cNvPr id="0" name=""/>
        <dsp:cNvSpPr/>
      </dsp:nvSpPr>
      <dsp:spPr>
        <a:xfrm>
          <a:off x="5631327" y="450978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Model ranking is strong but classification is limited</a:t>
          </a:r>
        </a:p>
      </dsp:txBody>
      <dsp:txXfrm>
        <a:off x="5631327" y="450978"/>
        <a:ext cx="2546008" cy="1080124"/>
      </dsp:txXfrm>
    </dsp:sp>
    <dsp:sp modelId="{97433730-9AFE-4588-B68F-533544079ACE}">
      <dsp:nvSpPr>
        <dsp:cNvPr id="0" name=""/>
        <dsp:cNvSpPr/>
      </dsp:nvSpPr>
      <dsp:spPr>
        <a:xfrm>
          <a:off x="18535" y="2158301"/>
          <a:ext cx="1080124" cy="108012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88BF7E3-9FA1-4E44-8648-A849DEF9EADC}">
      <dsp:nvSpPr>
        <dsp:cNvPr id="0" name=""/>
        <dsp:cNvSpPr/>
      </dsp:nvSpPr>
      <dsp:spPr>
        <a:xfrm>
          <a:off x="245361" y="2385128"/>
          <a:ext cx="626472" cy="62647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6EF6B3-A940-4510-A480-C7F1A3D3D480}">
      <dsp:nvSpPr>
        <dsp:cNvPr id="0" name=""/>
        <dsp:cNvSpPr/>
      </dsp:nvSpPr>
      <dsp:spPr>
        <a:xfrm>
          <a:off x="1330115" y="2158301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Gradient Boosting performs best overall</a:t>
          </a:r>
        </a:p>
      </dsp:txBody>
      <dsp:txXfrm>
        <a:off x="1330115" y="2158301"/>
        <a:ext cx="2546008" cy="1080124"/>
      </dsp:txXfrm>
    </dsp:sp>
    <dsp:sp modelId="{9172BB03-36D0-416D-B868-CC8CA4E6A19A}">
      <dsp:nvSpPr>
        <dsp:cNvPr id="0" name=""/>
        <dsp:cNvSpPr/>
      </dsp:nvSpPr>
      <dsp:spPr>
        <a:xfrm>
          <a:off x="4319746" y="2158301"/>
          <a:ext cx="1080124" cy="108012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288424-8016-480D-89A4-4DC9179B148F}">
      <dsp:nvSpPr>
        <dsp:cNvPr id="0" name=""/>
        <dsp:cNvSpPr/>
      </dsp:nvSpPr>
      <dsp:spPr>
        <a:xfrm>
          <a:off x="4546573" y="2385128"/>
          <a:ext cx="626472" cy="62647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3807B5-43A3-4BDD-9CF5-26E30C0E69E4}">
      <dsp:nvSpPr>
        <dsp:cNvPr id="0" name=""/>
        <dsp:cNvSpPr/>
      </dsp:nvSpPr>
      <dsp:spPr>
        <a:xfrm>
          <a:off x="5631327" y="2158301"/>
          <a:ext cx="2546008" cy="10801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Model can support data-driven healthcare decisions</a:t>
          </a:r>
        </a:p>
      </dsp:txBody>
      <dsp:txXfrm>
        <a:off x="5631327" y="2158301"/>
        <a:ext cx="2546008" cy="10801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A9DD93-763E-5249-B83B-D28AF2937882}" type="datetimeFigureOut">
              <a:rPr lang="en-NP" smtClean="0"/>
              <a:t>21/03/2026</a:t>
            </a:fld>
            <a:endParaRPr lang="en-N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D6F03C-CED1-1840-A4AE-2CF76C55F4F5}" type="slidenum">
              <a:rPr lang="en-NP" smtClean="0"/>
              <a:t>‹#›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613163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D6F03C-CED1-1840-A4AE-2CF76C55F4F5}" type="slidenum">
              <a:rPr lang="en-NP" smtClean="0"/>
              <a:t>17</a:t>
            </a:fld>
            <a:endParaRPr lang="en-NP"/>
          </a:p>
        </p:txBody>
      </p:sp>
    </p:spTree>
    <p:extLst>
      <p:ext uri="{BB962C8B-B14F-4D97-AF65-F5344CB8AC3E}">
        <p14:creationId xmlns:p14="http://schemas.microsoft.com/office/powerpoint/2010/main" val="24617019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1.xml"/><Relationship Id="rId7" Type="http://schemas.microsoft.com/office/2007/relationships/diagramDrawing" Target="../diagrams/drawing1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1.xml"/><Relationship Id="rId5" Type="http://schemas.openxmlformats.org/officeDocument/2006/relationships/diagramQuickStyle" Target="../diagrams/quickStyle11.xml"/><Relationship Id="rId4" Type="http://schemas.openxmlformats.org/officeDocument/2006/relationships/diagramLayout" Target="../diagrams/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9143998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9144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140040" y="-1133192"/>
            <a:ext cx="6858001" cy="9124385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71072" y="0"/>
            <a:ext cx="4572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3"/>
            <a:ext cx="9137153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0784" y="4049"/>
            <a:ext cx="7662432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0019" y="1030406"/>
            <a:ext cx="6110785" cy="3081242"/>
          </a:xfrm>
        </p:spPr>
        <p:txBody>
          <a:bodyPr anchor="ctr">
            <a:normAutofit/>
          </a:bodyPr>
          <a:lstStyle/>
          <a:p>
            <a:r>
              <a:rPr lang="en-US" sz="4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Hospital Readmission Prediction Using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69957" y="5171093"/>
            <a:ext cx="6808971" cy="86062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7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Capstone Project | Diabetes 130-US Hospitals Dataset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35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Motivation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FFB6E6E-81FD-9B87-D367-3B18F1D8EE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2688510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US" sz="35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Formulation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29E3CD4-B0EC-3D66-A949-1CE9C3B9A6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326236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US" sz="35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6918976-C8CC-AEBE-D047-94E22A544B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0577839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6F39C2-8746-4599-843B-CED156C408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D714AD-9E94-4752-AA45-D4B0EAAB52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4652"/>
            <a:ext cx="3333122" cy="6323347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58" y="767258"/>
            <a:ext cx="2407001" cy="5323484"/>
          </a:xfrm>
        </p:spPr>
        <p:txBody>
          <a:bodyPr>
            <a:normAutofit/>
          </a:bodyPr>
          <a:lstStyle/>
          <a:p>
            <a:r>
              <a:rPr lang="en-US" sz="24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Pipeline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F89E09-42FB-4694-96E4-95652B1D8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19882" y="3404998"/>
            <a:ext cx="6858002" cy="48006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D3C032-881F-4579-A4BF-0FA966E9F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70645"/>
            <a:ext cx="9144000" cy="64008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3E240BC-B490-7E26-FC94-79FAAE1855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35409797"/>
              </p:ext>
            </p:extLst>
          </p:nvPr>
        </p:nvGraphicFramePr>
        <p:xfrm>
          <a:off x="3932187" y="1005298"/>
          <a:ext cx="4817176" cy="5085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7519" y="741391"/>
            <a:ext cx="2591866" cy="16162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EDA: Class Imbalance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7519" y="2533475"/>
            <a:ext cx="2990712" cy="35831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imbalance between readmitted and non-readmitted cases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becomes misleading under imbalance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Motivates use of recall and ROC-AUC for evaluation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challenge driving modeling decisions</a:t>
            </a:r>
          </a:p>
        </p:txBody>
      </p:sp>
      <p:pic>
        <p:nvPicPr>
          <p:cNvPr id="3" name="Picture 2" descr="fi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754" y="1720450"/>
            <a:ext cx="4792009" cy="342641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9051478" y="0"/>
            <a:ext cx="92522" cy="6858000"/>
            <a:chOff x="12068638" y="0"/>
            <a:chExt cx="123362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114ED94A-C85D-4CD3-4205-438D21CE6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412" y="-1"/>
            <a:ext cx="3909949" cy="6883030"/>
            <a:chOff x="-19217" y="-1"/>
            <a:chExt cx="5213267" cy="688303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642BDB2-BF67-1D53-1C70-0B41D709E4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8E0D8CE-5DBF-B664-EB48-C29BF8AB48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FD140CE-7DE2-C88F-5EAE-F45EB69E6A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57E87E3-413F-10EF-63D8-6016E986C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613" y="739835"/>
            <a:ext cx="2776935" cy="16162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EDA: Missing Data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072" y="2459116"/>
            <a:ext cx="3035903" cy="36590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 values concentrated in clinically relevant variables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Improper handling introduces bias and noise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Imputation required for reliable modeling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Indicates potential data quality limitations</a:t>
            </a:r>
          </a:p>
        </p:txBody>
      </p:sp>
      <p:pic>
        <p:nvPicPr>
          <p:cNvPr id="3" name="Picture 2" descr="fi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234" y="2181920"/>
            <a:ext cx="4709996" cy="28968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US" sz="35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Modeling Strategy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6B85B0D7-62B9-9CCD-0E1D-A0B78AE92C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365503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2" y="1914808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9858" y="1683756"/>
            <a:ext cx="2336449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32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Tradeoff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1B31320-61D1-174B-6670-F97EAB062B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4840484"/>
              </p:ext>
            </p:extLst>
          </p:nvPr>
        </p:nvGraphicFramePr>
        <p:xfrm>
          <a:off x="3678789" y="750440"/>
          <a:ext cx="5000124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1"/>
            <a:ext cx="3719703" cy="164296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ROC Curve (Final Model)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297" y="2418408"/>
            <a:ext cx="4032034" cy="354171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 model’s ability to rank patients by risk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Curve near top-left → strong discrimination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 ROC-AUC among models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selection of Gradient Boosting</a:t>
            </a:r>
          </a:p>
        </p:txBody>
      </p:sp>
      <p:pic>
        <p:nvPicPr>
          <p:cNvPr id="3" name="Picture 2" descr="fig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331" y="1577220"/>
            <a:ext cx="3900767" cy="328980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40080"/>
            <a:ext cx="3614166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700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Precision–Recall Curve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73202" y="2660904"/>
            <a:ext cx="3614166" cy="35478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Highlights performance under class imbalance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Higher recall leads to lower precision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Tradeoff between capturing risk vs false alarms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healthcare decision-making</a:t>
            </a:r>
          </a:p>
        </p:txBody>
      </p:sp>
      <p:pic>
        <p:nvPicPr>
          <p:cNvPr id="3" name="Picture 2" descr="fig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286" y="1954654"/>
            <a:ext cx="4094226" cy="29486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54346" y="638089"/>
            <a:ext cx="3614166" cy="147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600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 (Final Model)</a:t>
            </a:r>
          </a:p>
        </p:txBody>
      </p:sp>
      <p:pic>
        <p:nvPicPr>
          <p:cNvPr id="3" name="Picture 2" descr="fig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02" y="1954654"/>
            <a:ext cx="4094226" cy="2948691"/>
          </a:xfrm>
          <a:prstGeom prst="rect">
            <a:avLst/>
          </a:prstGeom>
        </p:spPr>
      </p:pic>
      <p:sp>
        <p:nvSpPr>
          <p:cNvPr id="14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54346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054346" y="2664886"/>
            <a:ext cx="3614166" cy="35507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Model predicts majority class accurately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Fails to capture many true readmission cases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Low recall despite high accuracy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>
                <a:latin typeface="Times New Roman" panose="02020603050405020304" pitchFamily="18" charset="0"/>
                <a:cs typeface="Times New Roman" panose="02020603050405020304" pitchFamily="18" charset="0"/>
              </a:rPr>
              <a:t>Indicates need for threshold tuning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" y="640823"/>
            <a:ext cx="2563994" cy="5583148"/>
          </a:xfrm>
        </p:spPr>
        <p:txBody>
          <a:bodyPr anchor="ctr">
            <a:normAutofit/>
          </a:bodyPr>
          <a:lstStyle/>
          <a:p>
            <a:r>
              <a:rPr lang="en-US" sz="2900">
                <a:latin typeface="Times New Roman" panose="02020603050405020304" pitchFamily="18" charset="0"/>
                <a:cs typeface="Times New Roman" panose="02020603050405020304" pitchFamily="18" charset="0"/>
              </a:rPr>
              <a:t>Final Model Interpretation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44313" y="3465005"/>
            <a:ext cx="5410200" cy="13716"/>
          </a:xfrm>
          <a:custGeom>
            <a:avLst/>
            <a:gdLst>
              <a:gd name="csX0" fmla="*/ 0 w 5410200"/>
              <a:gd name="csY0" fmla="*/ 0 h 13716"/>
              <a:gd name="csX1" fmla="*/ 568071 w 5410200"/>
              <a:gd name="csY1" fmla="*/ 0 h 13716"/>
              <a:gd name="csX2" fmla="*/ 1298448 w 5410200"/>
              <a:gd name="csY2" fmla="*/ 0 h 13716"/>
              <a:gd name="csX3" fmla="*/ 1920621 w 5410200"/>
              <a:gd name="csY3" fmla="*/ 0 h 13716"/>
              <a:gd name="csX4" fmla="*/ 2488692 w 5410200"/>
              <a:gd name="csY4" fmla="*/ 0 h 13716"/>
              <a:gd name="csX5" fmla="*/ 3219069 w 5410200"/>
              <a:gd name="csY5" fmla="*/ 0 h 13716"/>
              <a:gd name="csX6" fmla="*/ 3895344 w 5410200"/>
              <a:gd name="csY6" fmla="*/ 0 h 13716"/>
              <a:gd name="csX7" fmla="*/ 4571619 w 5410200"/>
              <a:gd name="csY7" fmla="*/ 0 h 13716"/>
              <a:gd name="csX8" fmla="*/ 5410200 w 5410200"/>
              <a:gd name="csY8" fmla="*/ 0 h 13716"/>
              <a:gd name="csX9" fmla="*/ 5410200 w 5410200"/>
              <a:gd name="csY9" fmla="*/ 13716 h 13716"/>
              <a:gd name="csX10" fmla="*/ 4842129 w 5410200"/>
              <a:gd name="csY10" fmla="*/ 13716 h 13716"/>
              <a:gd name="csX11" fmla="*/ 4328160 w 5410200"/>
              <a:gd name="csY11" fmla="*/ 13716 h 13716"/>
              <a:gd name="csX12" fmla="*/ 3597783 w 5410200"/>
              <a:gd name="csY12" fmla="*/ 13716 h 13716"/>
              <a:gd name="csX13" fmla="*/ 3029712 w 5410200"/>
              <a:gd name="csY13" fmla="*/ 13716 h 13716"/>
              <a:gd name="csX14" fmla="*/ 2299335 w 5410200"/>
              <a:gd name="csY14" fmla="*/ 13716 h 13716"/>
              <a:gd name="csX15" fmla="*/ 1514856 w 5410200"/>
              <a:gd name="csY15" fmla="*/ 13716 h 13716"/>
              <a:gd name="csX16" fmla="*/ 892683 w 5410200"/>
              <a:gd name="csY16" fmla="*/ 13716 h 13716"/>
              <a:gd name="csX17" fmla="*/ 0 w 5410200"/>
              <a:gd name="csY17" fmla="*/ 13716 h 13716"/>
              <a:gd name="csX18" fmla="*/ 0 w 5410200"/>
              <a:gd name="csY18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3716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09587" y="2854"/>
                  <a:pt x="5409791" y="9451"/>
                  <a:pt x="5410200" y="13716"/>
                </a:cubicBezTo>
                <a:cubicBezTo>
                  <a:pt x="5139060" y="2179"/>
                  <a:pt x="5121593" y="26463"/>
                  <a:pt x="4842129" y="13716"/>
                </a:cubicBezTo>
                <a:cubicBezTo>
                  <a:pt x="4562665" y="969"/>
                  <a:pt x="4448273" y="4915"/>
                  <a:pt x="4328160" y="13716"/>
                </a:cubicBezTo>
                <a:cubicBezTo>
                  <a:pt x="4208047" y="22517"/>
                  <a:pt x="3760936" y="17995"/>
                  <a:pt x="3597783" y="13716"/>
                </a:cubicBezTo>
                <a:cubicBezTo>
                  <a:pt x="3434630" y="9437"/>
                  <a:pt x="3299718" y="28641"/>
                  <a:pt x="3029712" y="13716"/>
                </a:cubicBezTo>
                <a:cubicBezTo>
                  <a:pt x="2759706" y="-1209"/>
                  <a:pt x="2640159" y="22822"/>
                  <a:pt x="2299335" y="13716"/>
                </a:cubicBezTo>
                <a:cubicBezTo>
                  <a:pt x="1958511" y="4610"/>
                  <a:pt x="1801186" y="24413"/>
                  <a:pt x="1514856" y="13716"/>
                </a:cubicBezTo>
                <a:cubicBezTo>
                  <a:pt x="1228526" y="3019"/>
                  <a:pt x="1063509" y="-9877"/>
                  <a:pt x="892683" y="13716"/>
                </a:cubicBezTo>
                <a:cubicBezTo>
                  <a:pt x="721857" y="37309"/>
                  <a:pt x="186945" y="-25469"/>
                  <a:pt x="0" y="13716"/>
                </a:cubicBezTo>
                <a:cubicBezTo>
                  <a:pt x="-342" y="9537"/>
                  <a:pt x="-97" y="6817"/>
                  <a:pt x="0" y="0"/>
                </a:cubicBezTo>
                <a:close/>
              </a:path>
              <a:path w="5410200" h="13716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10660" y="2787"/>
                  <a:pt x="5410166" y="9748"/>
                  <a:pt x="5410200" y="13716"/>
                </a:cubicBezTo>
                <a:cubicBezTo>
                  <a:pt x="5163327" y="36922"/>
                  <a:pt x="5008749" y="6121"/>
                  <a:pt x="4842129" y="13716"/>
                </a:cubicBezTo>
                <a:cubicBezTo>
                  <a:pt x="4675509" y="21311"/>
                  <a:pt x="4433401" y="-5187"/>
                  <a:pt x="4165854" y="13716"/>
                </a:cubicBezTo>
                <a:cubicBezTo>
                  <a:pt x="3898308" y="32619"/>
                  <a:pt x="3809032" y="-13282"/>
                  <a:pt x="3543681" y="13716"/>
                </a:cubicBezTo>
                <a:cubicBezTo>
                  <a:pt x="3278330" y="40714"/>
                  <a:pt x="3073876" y="-20489"/>
                  <a:pt x="2759202" y="13716"/>
                </a:cubicBezTo>
                <a:cubicBezTo>
                  <a:pt x="2444528" y="47921"/>
                  <a:pt x="2204144" y="-1200"/>
                  <a:pt x="1974723" y="13716"/>
                </a:cubicBezTo>
                <a:cubicBezTo>
                  <a:pt x="1745302" y="28632"/>
                  <a:pt x="1602335" y="26918"/>
                  <a:pt x="1406652" y="13716"/>
                </a:cubicBezTo>
                <a:cubicBezTo>
                  <a:pt x="1210969" y="514"/>
                  <a:pt x="923948" y="-1411"/>
                  <a:pt x="730377" y="13716"/>
                </a:cubicBezTo>
                <a:cubicBezTo>
                  <a:pt x="536806" y="28843"/>
                  <a:pt x="336496" y="-4713"/>
                  <a:pt x="0" y="13716"/>
                </a:cubicBezTo>
                <a:cubicBezTo>
                  <a:pt x="-535" y="9547"/>
                  <a:pt x="488" y="451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8B1D83D-8366-C735-C5E7-2EC91016EEB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4881605"/>
              </p:ext>
            </p:extLst>
          </p:nvPr>
        </p:nvGraphicFramePr>
        <p:xfrm>
          <a:off x="3486013" y="640822"/>
          <a:ext cx="5175384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en-US" sz="35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1887AA2-69E0-2F17-36CE-80799ED08D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1960853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" y="640823"/>
            <a:ext cx="2563994" cy="5583148"/>
          </a:xfrm>
        </p:spPr>
        <p:txBody>
          <a:bodyPr anchor="ctr">
            <a:normAutofit/>
          </a:bodyPr>
          <a:lstStyle/>
          <a:p>
            <a:r>
              <a:rPr lang="en-US" sz="4000"/>
              <a:t>Limitations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44313" y="3465005"/>
            <a:ext cx="5410200" cy="13716"/>
          </a:xfrm>
          <a:custGeom>
            <a:avLst/>
            <a:gdLst>
              <a:gd name="csX0" fmla="*/ 0 w 5410200"/>
              <a:gd name="csY0" fmla="*/ 0 h 13716"/>
              <a:gd name="csX1" fmla="*/ 568071 w 5410200"/>
              <a:gd name="csY1" fmla="*/ 0 h 13716"/>
              <a:gd name="csX2" fmla="*/ 1298448 w 5410200"/>
              <a:gd name="csY2" fmla="*/ 0 h 13716"/>
              <a:gd name="csX3" fmla="*/ 1920621 w 5410200"/>
              <a:gd name="csY3" fmla="*/ 0 h 13716"/>
              <a:gd name="csX4" fmla="*/ 2488692 w 5410200"/>
              <a:gd name="csY4" fmla="*/ 0 h 13716"/>
              <a:gd name="csX5" fmla="*/ 3219069 w 5410200"/>
              <a:gd name="csY5" fmla="*/ 0 h 13716"/>
              <a:gd name="csX6" fmla="*/ 3895344 w 5410200"/>
              <a:gd name="csY6" fmla="*/ 0 h 13716"/>
              <a:gd name="csX7" fmla="*/ 4571619 w 5410200"/>
              <a:gd name="csY7" fmla="*/ 0 h 13716"/>
              <a:gd name="csX8" fmla="*/ 5410200 w 5410200"/>
              <a:gd name="csY8" fmla="*/ 0 h 13716"/>
              <a:gd name="csX9" fmla="*/ 5410200 w 5410200"/>
              <a:gd name="csY9" fmla="*/ 13716 h 13716"/>
              <a:gd name="csX10" fmla="*/ 4842129 w 5410200"/>
              <a:gd name="csY10" fmla="*/ 13716 h 13716"/>
              <a:gd name="csX11" fmla="*/ 4328160 w 5410200"/>
              <a:gd name="csY11" fmla="*/ 13716 h 13716"/>
              <a:gd name="csX12" fmla="*/ 3597783 w 5410200"/>
              <a:gd name="csY12" fmla="*/ 13716 h 13716"/>
              <a:gd name="csX13" fmla="*/ 3029712 w 5410200"/>
              <a:gd name="csY13" fmla="*/ 13716 h 13716"/>
              <a:gd name="csX14" fmla="*/ 2299335 w 5410200"/>
              <a:gd name="csY14" fmla="*/ 13716 h 13716"/>
              <a:gd name="csX15" fmla="*/ 1514856 w 5410200"/>
              <a:gd name="csY15" fmla="*/ 13716 h 13716"/>
              <a:gd name="csX16" fmla="*/ 892683 w 5410200"/>
              <a:gd name="csY16" fmla="*/ 13716 h 13716"/>
              <a:gd name="csX17" fmla="*/ 0 w 5410200"/>
              <a:gd name="csY17" fmla="*/ 13716 h 13716"/>
              <a:gd name="csX18" fmla="*/ 0 w 5410200"/>
              <a:gd name="csY18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3716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09587" y="2854"/>
                  <a:pt x="5409791" y="9451"/>
                  <a:pt x="5410200" y="13716"/>
                </a:cubicBezTo>
                <a:cubicBezTo>
                  <a:pt x="5139060" y="2179"/>
                  <a:pt x="5121593" y="26463"/>
                  <a:pt x="4842129" y="13716"/>
                </a:cubicBezTo>
                <a:cubicBezTo>
                  <a:pt x="4562665" y="969"/>
                  <a:pt x="4448273" y="4915"/>
                  <a:pt x="4328160" y="13716"/>
                </a:cubicBezTo>
                <a:cubicBezTo>
                  <a:pt x="4208047" y="22517"/>
                  <a:pt x="3760936" y="17995"/>
                  <a:pt x="3597783" y="13716"/>
                </a:cubicBezTo>
                <a:cubicBezTo>
                  <a:pt x="3434630" y="9437"/>
                  <a:pt x="3299718" y="28641"/>
                  <a:pt x="3029712" y="13716"/>
                </a:cubicBezTo>
                <a:cubicBezTo>
                  <a:pt x="2759706" y="-1209"/>
                  <a:pt x="2640159" y="22822"/>
                  <a:pt x="2299335" y="13716"/>
                </a:cubicBezTo>
                <a:cubicBezTo>
                  <a:pt x="1958511" y="4610"/>
                  <a:pt x="1801186" y="24413"/>
                  <a:pt x="1514856" y="13716"/>
                </a:cubicBezTo>
                <a:cubicBezTo>
                  <a:pt x="1228526" y="3019"/>
                  <a:pt x="1063509" y="-9877"/>
                  <a:pt x="892683" y="13716"/>
                </a:cubicBezTo>
                <a:cubicBezTo>
                  <a:pt x="721857" y="37309"/>
                  <a:pt x="186945" y="-25469"/>
                  <a:pt x="0" y="13716"/>
                </a:cubicBezTo>
                <a:cubicBezTo>
                  <a:pt x="-342" y="9537"/>
                  <a:pt x="-97" y="6817"/>
                  <a:pt x="0" y="0"/>
                </a:cubicBezTo>
                <a:close/>
              </a:path>
              <a:path w="5410200" h="13716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10660" y="2787"/>
                  <a:pt x="5410166" y="9748"/>
                  <a:pt x="5410200" y="13716"/>
                </a:cubicBezTo>
                <a:cubicBezTo>
                  <a:pt x="5163327" y="36922"/>
                  <a:pt x="5008749" y="6121"/>
                  <a:pt x="4842129" y="13716"/>
                </a:cubicBezTo>
                <a:cubicBezTo>
                  <a:pt x="4675509" y="21311"/>
                  <a:pt x="4433401" y="-5187"/>
                  <a:pt x="4165854" y="13716"/>
                </a:cubicBezTo>
                <a:cubicBezTo>
                  <a:pt x="3898308" y="32619"/>
                  <a:pt x="3809032" y="-13282"/>
                  <a:pt x="3543681" y="13716"/>
                </a:cubicBezTo>
                <a:cubicBezTo>
                  <a:pt x="3278330" y="40714"/>
                  <a:pt x="3073876" y="-20489"/>
                  <a:pt x="2759202" y="13716"/>
                </a:cubicBezTo>
                <a:cubicBezTo>
                  <a:pt x="2444528" y="47921"/>
                  <a:pt x="2204144" y="-1200"/>
                  <a:pt x="1974723" y="13716"/>
                </a:cubicBezTo>
                <a:cubicBezTo>
                  <a:pt x="1745302" y="28632"/>
                  <a:pt x="1602335" y="26918"/>
                  <a:pt x="1406652" y="13716"/>
                </a:cubicBezTo>
                <a:cubicBezTo>
                  <a:pt x="1210969" y="514"/>
                  <a:pt x="923948" y="-1411"/>
                  <a:pt x="730377" y="13716"/>
                </a:cubicBezTo>
                <a:cubicBezTo>
                  <a:pt x="536806" y="28843"/>
                  <a:pt x="336496" y="-4713"/>
                  <a:pt x="0" y="13716"/>
                </a:cubicBezTo>
                <a:cubicBezTo>
                  <a:pt x="-535" y="9547"/>
                  <a:pt x="488" y="451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5FFCA12-B392-ED9C-A808-5954D76144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1812432"/>
              </p:ext>
            </p:extLst>
          </p:nvPr>
        </p:nvGraphicFramePr>
        <p:xfrm>
          <a:off x="3486013" y="640822"/>
          <a:ext cx="5175384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en-US" sz="35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94F06B7-2D76-36F8-D1F3-E5AF8731A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55848316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en-US" sz="35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Takeaways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F0E936F-B719-8D27-E4E4-3D596307CE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838584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443</Words>
  <Application>Microsoft Macintosh PowerPoint</Application>
  <PresentationFormat>On-screen Show (4:3)</PresentationFormat>
  <Paragraphs>86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Times New Roman</vt:lpstr>
      <vt:lpstr>Office Theme</vt:lpstr>
      <vt:lpstr>Hospital Readmission Prediction Using Machine Learning</vt:lpstr>
      <vt:lpstr>Problem Motivation</vt:lpstr>
      <vt:lpstr>Problem Formulation</vt:lpstr>
      <vt:lpstr>Dataset Overview</vt:lpstr>
      <vt:lpstr>Preprocessing Pipeline</vt:lpstr>
      <vt:lpstr>EDA: Class Imbalance</vt:lpstr>
      <vt:lpstr>EDA: Missing Data Structure</vt:lpstr>
      <vt:lpstr>Modeling Strategy</vt:lpstr>
      <vt:lpstr>Model Performance Tradeoff</vt:lpstr>
      <vt:lpstr>ROC Curve (Final Model)</vt:lpstr>
      <vt:lpstr>Precision–Recall Curve</vt:lpstr>
      <vt:lpstr>Confusion Matrix (Final Model)</vt:lpstr>
      <vt:lpstr>Final Model Interpretation</vt:lpstr>
      <vt:lpstr>Recommendations</vt:lpstr>
      <vt:lpstr>Limitations</vt:lpstr>
      <vt:lpstr>Future Work</vt:lpstr>
      <vt:lpstr>Key 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Mahesh</cp:lastModifiedBy>
  <cp:revision>2</cp:revision>
  <dcterms:created xsi:type="dcterms:W3CDTF">2013-01-27T09:14:16Z</dcterms:created>
  <dcterms:modified xsi:type="dcterms:W3CDTF">2026-03-21T14:44:33Z</dcterms:modified>
  <cp:category/>
</cp:coreProperties>
</file>